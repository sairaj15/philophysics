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10287000" cx="18288000"/>
  <p:notesSz cx="6858000" cy="9144000"/>
  <p:embeddedFontLst>
    <p:embeddedFont>
      <p:font typeface="League Spartan"/>
      <p:regular r:id="rId23"/>
      <p:bold r:id="rId24"/>
    </p:embeddedFont>
    <p:embeddedFont>
      <p:font typeface="Poppins"/>
      <p:bold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9B3C32A-864D-4639-B49A-5EBB2B7BA7D1}">
  <a:tblStyle styleId="{E9B3C32A-864D-4639-B49A-5EBB2B7BA7D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LeagueSpartan-bold.fntdata"/><Relationship Id="rId23" Type="http://schemas.openxmlformats.org/officeDocument/2006/relationships/font" Target="fonts/LeagueSpartan-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Poppins-boldItalic.fntdata"/><Relationship Id="rId25" Type="http://schemas.openxmlformats.org/officeDocument/2006/relationships/font" Target="fonts/Poppins-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27ce6dde0b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g127ce6dde0b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2dd205bac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g12dd205bac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27ce6dde0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g127ce6dde0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122bcadbff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g122bcadbff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122bcadbffb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g122bcadbffb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slow" p14:dur="1000">
        <p:push/>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11.png"/><Relationship Id="rId7" Type="http://schemas.openxmlformats.org/officeDocument/2006/relationships/image" Target="../media/image20.png"/><Relationship Id="rId8" Type="http://schemas.openxmlformats.org/officeDocument/2006/relationships/image" Target="../media/image2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0.png"/><Relationship Id="rId4" Type="http://schemas.openxmlformats.org/officeDocument/2006/relationships/image" Target="../media/image9.png"/><Relationship Id="rId9" Type="http://schemas.openxmlformats.org/officeDocument/2006/relationships/image" Target="../media/image7.png"/><Relationship Id="rId5" Type="http://schemas.openxmlformats.org/officeDocument/2006/relationships/image" Target="../media/image5.png"/><Relationship Id="rId6" Type="http://schemas.openxmlformats.org/officeDocument/2006/relationships/image" Target="../media/image15.png"/><Relationship Id="rId7" Type="http://schemas.openxmlformats.org/officeDocument/2006/relationships/image" Target="../media/image2.png"/><Relationship Id="rId8"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20.png"/><Relationship Id="rId7" Type="http://schemas.openxmlformats.org/officeDocument/2006/relationships/image" Target="../media/image25.png"/><Relationship Id="rId8"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1.png"/><Relationship Id="rId4" Type="http://schemas.openxmlformats.org/officeDocument/2006/relationships/image" Target="../media/image13.png"/><Relationship Id="rId10" Type="http://schemas.openxmlformats.org/officeDocument/2006/relationships/image" Target="../media/image38.png"/><Relationship Id="rId9" Type="http://schemas.openxmlformats.org/officeDocument/2006/relationships/image" Target="../media/image10.png"/><Relationship Id="rId5" Type="http://schemas.openxmlformats.org/officeDocument/2006/relationships/image" Target="../media/image20.png"/><Relationship Id="rId6" Type="http://schemas.openxmlformats.org/officeDocument/2006/relationships/image" Target="../media/image9.png"/><Relationship Id="rId7" Type="http://schemas.openxmlformats.org/officeDocument/2006/relationships/image" Target="../media/image2.png"/><Relationship Id="rId8"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7.png"/><Relationship Id="rId4" Type="http://schemas.openxmlformats.org/officeDocument/2006/relationships/image" Target="../media/image15.png"/><Relationship Id="rId5" Type="http://schemas.openxmlformats.org/officeDocument/2006/relationships/image" Target="../media/image36.png"/><Relationship Id="rId6" Type="http://schemas.openxmlformats.org/officeDocument/2006/relationships/image" Target="../media/image48.png"/><Relationship Id="rId7" Type="http://schemas.openxmlformats.org/officeDocument/2006/relationships/image" Target="../media/image3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0.jpg"/><Relationship Id="rId4" Type="http://schemas.openxmlformats.org/officeDocument/2006/relationships/image" Target="../media/image30.jpg"/><Relationship Id="rId5" Type="http://schemas.openxmlformats.org/officeDocument/2006/relationships/image" Target="../media/image26.jpg"/><Relationship Id="rId6" Type="http://schemas.openxmlformats.org/officeDocument/2006/relationships/image" Target="../media/image3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9.png"/><Relationship Id="rId9" Type="http://schemas.openxmlformats.org/officeDocument/2006/relationships/image" Target="../media/image7.png"/><Relationship Id="rId5" Type="http://schemas.openxmlformats.org/officeDocument/2006/relationships/image" Target="../media/image5.png"/><Relationship Id="rId6" Type="http://schemas.openxmlformats.org/officeDocument/2006/relationships/image" Target="../media/image15.png"/><Relationship Id="rId7" Type="http://schemas.openxmlformats.org/officeDocument/2006/relationships/image" Target="../media/image2.png"/><Relationship Id="rId8"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13.png"/><Relationship Id="rId10" Type="http://schemas.openxmlformats.org/officeDocument/2006/relationships/image" Target="../media/image38.png"/><Relationship Id="rId9" Type="http://schemas.openxmlformats.org/officeDocument/2006/relationships/image" Target="../media/image10.png"/><Relationship Id="rId5" Type="http://schemas.openxmlformats.org/officeDocument/2006/relationships/image" Target="../media/image20.png"/><Relationship Id="rId6" Type="http://schemas.openxmlformats.org/officeDocument/2006/relationships/image" Target="../media/image9.png"/><Relationship Id="rId7" Type="http://schemas.openxmlformats.org/officeDocument/2006/relationships/image" Target="../media/image2.png"/><Relationship Id="rId8"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9.png"/><Relationship Id="rId4" Type="http://schemas.openxmlformats.org/officeDocument/2006/relationships/image" Target="../media/image34.png"/><Relationship Id="rId11" Type="http://schemas.openxmlformats.org/officeDocument/2006/relationships/image" Target="../media/image3.png"/><Relationship Id="rId10" Type="http://schemas.openxmlformats.org/officeDocument/2006/relationships/image" Target="../media/image2.png"/><Relationship Id="rId12" Type="http://schemas.openxmlformats.org/officeDocument/2006/relationships/image" Target="../media/image7.png"/><Relationship Id="rId9" Type="http://schemas.openxmlformats.org/officeDocument/2006/relationships/image" Target="../media/image15.png"/><Relationship Id="rId5" Type="http://schemas.openxmlformats.org/officeDocument/2006/relationships/image" Target="../media/image50.png"/><Relationship Id="rId6" Type="http://schemas.openxmlformats.org/officeDocument/2006/relationships/image" Target="../media/image20.png"/><Relationship Id="rId7" Type="http://schemas.openxmlformats.org/officeDocument/2006/relationships/image" Target="../media/image9.png"/><Relationship Id="rId8"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1.png"/><Relationship Id="rId4" Type="http://schemas.openxmlformats.org/officeDocument/2006/relationships/image" Target="../media/image13.png"/><Relationship Id="rId5" Type="http://schemas.openxmlformats.org/officeDocument/2006/relationships/image" Target="../media/image20.png"/><Relationship Id="rId6" Type="http://schemas.openxmlformats.org/officeDocument/2006/relationships/image" Target="../media/image4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6.png"/><Relationship Id="rId4" Type="http://schemas.openxmlformats.org/officeDocument/2006/relationships/image" Target="../media/image12.png"/><Relationship Id="rId9" Type="http://schemas.openxmlformats.org/officeDocument/2006/relationships/image" Target="../media/image55.png"/><Relationship Id="rId5" Type="http://schemas.openxmlformats.org/officeDocument/2006/relationships/image" Target="../media/image7.png"/><Relationship Id="rId6" Type="http://schemas.openxmlformats.org/officeDocument/2006/relationships/image" Target="../media/image15.png"/><Relationship Id="rId7" Type="http://schemas.openxmlformats.org/officeDocument/2006/relationships/image" Target="../media/image40.png"/><Relationship Id="rId8"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9.png"/><Relationship Id="rId4" Type="http://schemas.openxmlformats.org/officeDocument/2006/relationships/image" Target="../media/image21.png"/><Relationship Id="rId5" Type="http://schemas.openxmlformats.org/officeDocument/2006/relationships/image" Target="../media/image55.png"/><Relationship Id="rId6" Type="http://schemas.openxmlformats.org/officeDocument/2006/relationships/image" Target="../media/image54.png"/><Relationship Id="rId7" Type="http://schemas.openxmlformats.org/officeDocument/2006/relationships/image" Target="../media/image65.png"/><Relationship Id="rId8" Type="http://schemas.openxmlformats.org/officeDocument/2006/relationships/image" Target="../media/image6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8.png"/><Relationship Id="rId4" Type="http://schemas.openxmlformats.org/officeDocument/2006/relationships/image" Target="../media/image38.png"/><Relationship Id="rId5" Type="http://schemas.openxmlformats.org/officeDocument/2006/relationships/image" Target="../media/image27.png"/><Relationship Id="rId6" Type="http://schemas.openxmlformats.org/officeDocument/2006/relationships/image" Target="../media/image25.png"/><Relationship Id="rId7" Type="http://schemas.openxmlformats.org/officeDocument/2006/relationships/image" Target="../media/image12.png"/><Relationship Id="rId8" Type="http://schemas.openxmlformats.org/officeDocument/2006/relationships/image" Target="../media/image64.png"/></Relationships>
</file>

<file path=ppt/slides/_rels/slide16.xml.rels><?xml version="1.0" encoding="UTF-8" standalone="yes"?><Relationships xmlns="http://schemas.openxmlformats.org/package/2006/relationships"><Relationship Id="rId11" Type="http://schemas.openxmlformats.org/officeDocument/2006/relationships/image" Target="../media/image15.png"/><Relationship Id="rId10" Type="http://schemas.openxmlformats.org/officeDocument/2006/relationships/image" Target="../media/image7.png"/><Relationship Id="rId13" Type="http://schemas.openxmlformats.org/officeDocument/2006/relationships/image" Target="../media/image73.png"/><Relationship Id="rId12" Type="http://schemas.openxmlformats.org/officeDocument/2006/relationships/image" Target="../media/image9.png"/><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7.png"/><Relationship Id="rId4" Type="http://schemas.openxmlformats.org/officeDocument/2006/relationships/image" Target="../media/image13.png"/><Relationship Id="rId9" Type="http://schemas.openxmlformats.org/officeDocument/2006/relationships/image" Target="../media/image3.png"/><Relationship Id="rId15" Type="http://schemas.openxmlformats.org/officeDocument/2006/relationships/image" Target="../media/image70.png"/><Relationship Id="rId14" Type="http://schemas.openxmlformats.org/officeDocument/2006/relationships/image" Target="../media/image74.png"/><Relationship Id="rId17" Type="http://schemas.openxmlformats.org/officeDocument/2006/relationships/image" Target="../media/image22.png"/><Relationship Id="rId16" Type="http://schemas.openxmlformats.org/officeDocument/2006/relationships/image" Target="../media/image71.png"/><Relationship Id="rId5" Type="http://schemas.openxmlformats.org/officeDocument/2006/relationships/image" Target="../media/image5.png"/><Relationship Id="rId6" Type="http://schemas.openxmlformats.org/officeDocument/2006/relationships/image" Target="../media/image72.png"/><Relationship Id="rId7" Type="http://schemas.openxmlformats.org/officeDocument/2006/relationships/image" Target="../media/image38.png"/><Relationship Id="rId8"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5457"/>
        </a:solidFill>
      </p:bgPr>
    </p:bg>
    <p:spTree>
      <p:nvGrpSpPr>
        <p:cNvPr id="83" name="Shape 83"/>
        <p:cNvGrpSpPr/>
        <p:nvPr/>
      </p:nvGrpSpPr>
      <p:grpSpPr>
        <a:xfrm>
          <a:off x="0" y="0"/>
          <a:ext cx="0" cy="0"/>
          <a:chOff x="0" y="0"/>
          <a:chExt cx="0" cy="0"/>
        </a:xfrm>
      </p:grpSpPr>
      <p:pic>
        <p:nvPicPr>
          <p:cNvPr id="84" name="Google Shape;84;p13"/>
          <p:cNvPicPr preferRelativeResize="0"/>
          <p:nvPr/>
        </p:nvPicPr>
        <p:blipFill rotWithShape="1">
          <a:blip r:embed="rId3">
            <a:alphaModFix/>
          </a:blip>
          <a:srcRect b="0" l="0" r="0" t="0"/>
          <a:stretch/>
        </p:blipFill>
        <p:spPr>
          <a:xfrm rot="674366">
            <a:off x="15511050" y="417958"/>
            <a:ext cx="878774" cy="4517062"/>
          </a:xfrm>
          <a:prstGeom prst="rect">
            <a:avLst/>
          </a:prstGeom>
          <a:noFill/>
          <a:ln>
            <a:noFill/>
          </a:ln>
        </p:spPr>
      </p:pic>
      <p:pic>
        <p:nvPicPr>
          <p:cNvPr id="85" name="Google Shape;85;p13"/>
          <p:cNvPicPr preferRelativeResize="0"/>
          <p:nvPr/>
        </p:nvPicPr>
        <p:blipFill rotWithShape="1">
          <a:blip r:embed="rId4">
            <a:alphaModFix/>
          </a:blip>
          <a:srcRect b="0" l="0" r="0" t="0"/>
          <a:stretch/>
        </p:blipFill>
        <p:spPr>
          <a:xfrm rot="-1279955">
            <a:off x="2151704" y="6116012"/>
            <a:ext cx="1494028" cy="4980093"/>
          </a:xfrm>
          <a:prstGeom prst="rect">
            <a:avLst/>
          </a:prstGeom>
          <a:noFill/>
          <a:ln>
            <a:noFill/>
          </a:ln>
        </p:spPr>
      </p:pic>
      <p:pic>
        <p:nvPicPr>
          <p:cNvPr id="86" name="Google Shape;86;p13"/>
          <p:cNvPicPr preferRelativeResize="0"/>
          <p:nvPr/>
        </p:nvPicPr>
        <p:blipFill rotWithShape="1">
          <a:blip r:embed="rId5">
            <a:alphaModFix/>
          </a:blip>
          <a:srcRect b="0" l="0" r="0" t="0"/>
          <a:stretch/>
        </p:blipFill>
        <p:spPr>
          <a:xfrm rot="2949039">
            <a:off x="-422362" y="1787561"/>
            <a:ext cx="4517151" cy="1683665"/>
          </a:xfrm>
          <a:prstGeom prst="rect">
            <a:avLst/>
          </a:prstGeom>
          <a:noFill/>
          <a:ln>
            <a:noFill/>
          </a:ln>
        </p:spPr>
      </p:pic>
      <p:pic>
        <p:nvPicPr>
          <p:cNvPr id="87" name="Google Shape;87;p13"/>
          <p:cNvPicPr preferRelativeResize="0"/>
          <p:nvPr/>
        </p:nvPicPr>
        <p:blipFill rotWithShape="1">
          <a:blip r:embed="rId6">
            <a:alphaModFix/>
          </a:blip>
          <a:srcRect b="0" l="0" r="0" t="0"/>
          <a:stretch/>
        </p:blipFill>
        <p:spPr>
          <a:xfrm>
            <a:off x="2898718" y="1271425"/>
            <a:ext cx="12490564" cy="7744150"/>
          </a:xfrm>
          <a:prstGeom prst="rect">
            <a:avLst/>
          </a:prstGeom>
          <a:noFill/>
          <a:ln>
            <a:noFill/>
          </a:ln>
        </p:spPr>
      </p:pic>
      <p:pic>
        <p:nvPicPr>
          <p:cNvPr id="88" name="Google Shape;88;p13"/>
          <p:cNvPicPr preferRelativeResize="0"/>
          <p:nvPr/>
        </p:nvPicPr>
        <p:blipFill rotWithShape="1">
          <a:blip r:embed="rId7">
            <a:alphaModFix/>
          </a:blip>
          <a:srcRect b="0" l="0" r="0" t="0"/>
          <a:stretch/>
        </p:blipFill>
        <p:spPr>
          <a:xfrm rot="1077820">
            <a:off x="-229707" y="4265058"/>
            <a:ext cx="2117252" cy="4114800"/>
          </a:xfrm>
          <a:prstGeom prst="rect">
            <a:avLst/>
          </a:prstGeom>
          <a:noFill/>
          <a:ln>
            <a:noFill/>
          </a:ln>
        </p:spPr>
      </p:pic>
      <p:pic>
        <p:nvPicPr>
          <p:cNvPr id="89" name="Google Shape;89;p13"/>
          <p:cNvPicPr preferRelativeResize="0"/>
          <p:nvPr/>
        </p:nvPicPr>
        <p:blipFill rotWithShape="1">
          <a:blip r:embed="rId8">
            <a:alphaModFix/>
          </a:blip>
          <a:srcRect b="0" l="0" r="0" t="0"/>
          <a:stretch/>
        </p:blipFill>
        <p:spPr>
          <a:xfrm rot="-980642">
            <a:off x="16475734" y="2919945"/>
            <a:ext cx="2655916" cy="4114800"/>
          </a:xfrm>
          <a:prstGeom prst="rect">
            <a:avLst/>
          </a:prstGeom>
          <a:noFill/>
          <a:ln>
            <a:noFill/>
          </a:ln>
        </p:spPr>
      </p:pic>
      <p:pic>
        <p:nvPicPr>
          <p:cNvPr id="90" name="Google Shape;90;p13"/>
          <p:cNvPicPr preferRelativeResize="0"/>
          <p:nvPr/>
        </p:nvPicPr>
        <p:blipFill rotWithShape="1">
          <a:blip r:embed="rId9">
            <a:alphaModFix/>
          </a:blip>
          <a:srcRect b="0" l="0" r="0" t="0"/>
          <a:stretch/>
        </p:blipFill>
        <p:spPr>
          <a:xfrm rot="-6139790">
            <a:off x="13984642" y="8685609"/>
            <a:ext cx="5499427" cy="659931"/>
          </a:xfrm>
          <a:prstGeom prst="rect">
            <a:avLst/>
          </a:prstGeom>
          <a:noFill/>
          <a:ln>
            <a:noFill/>
          </a:ln>
        </p:spPr>
      </p:pic>
      <p:grpSp>
        <p:nvGrpSpPr>
          <p:cNvPr id="91" name="Google Shape;91;p13"/>
          <p:cNvGrpSpPr/>
          <p:nvPr/>
        </p:nvGrpSpPr>
        <p:grpSpPr>
          <a:xfrm>
            <a:off x="4508415" y="2310351"/>
            <a:ext cx="9271137" cy="5228116"/>
            <a:chOff x="-17" y="44450"/>
            <a:chExt cx="12361517" cy="6970821"/>
          </a:xfrm>
        </p:grpSpPr>
        <p:sp>
          <p:nvSpPr>
            <p:cNvPr id="92" name="Google Shape;92;p13"/>
            <p:cNvSpPr txBox="1"/>
            <p:nvPr/>
          </p:nvSpPr>
          <p:spPr>
            <a:xfrm>
              <a:off x="-17" y="2053708"/>
              <a:ext cx="12361500" cy="2586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US" sz="12600">
                  <a:latin typeface="Poppins"/>
                  <a:ea typeface="Poppins"/>
                  <a:cs typeface="Poppins"/>
                  <a:sym typeface="Poppins"/>
                </a:rPr>
                <a:t>Diffraction</a:t>
              </a:r>
              <a:endParaRPr/>
            </a:p>
          </p:txBody>
        </p:sp>
        <p:sp>
          <p:nvSpPr>
            <p:cNvPr id="93" name="Google Shape;93;p13"/>
            <p:cNvSpPr txBox="1"/>
            <p:nvPr/>
          </p:nvSpPr>
          <p:spPr>
            <a:xfrm>
              <a:off x="0" y="44450"/>
              <a:ext cx="12361500" cy="4926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lang="en-US" sz="2400">
                  <a:latin typeface="Poppins"/>
                  <a:ea typeface="Poppins"/>
                  <a:cs typeface="Poppins"/>
                  <a:sym typeface="Poppins"/>
                </a:rPr>
                <a:t>Philo Physics presents</a:t>
              </a:r>
              <a:endParaRPr>
                <a:latin typeface="Poppins"/>
                <a:ea typeface="Poppins"/>
                <a:cs typeface="Poppins"/>
                <a:sym typeface="Poppins"/>
              </a:endParaRPr>
            </a:p>
          </p:txBody>
        </p:sp>
        <p:sp>
          <p:nvSpPr>
            <p:cNvPr id="94" name="Google Shape;94;p13"/>
            <p:cNvSpPr txBox="1"/>
            <p:nvPr/>
          </p:nvSpPr>
          <p:spPr>
            <a:xfrm>
              <a:off x="2135449" y="6461171"/>
              <a:ext cx="8090700" cy="554100"/>
            </a:xfrm>
            <a:prstGeom prst="rect">
              <a:avLst/>
            </a:prstGeom>
            <a:noFill/>
            <a:ln>
              <a:noFill/>
            </a:ln>
          </p:spPr>
          <p:txBody>
            <a:bodyPr anchorCtr="0" anchor="t" bIns="0" lIns="0" spcFirstLastPara="1" rIns="0" wrap="square" tIns="0">
              <a:spAutoFit/>
            </a:bodyPr>
            <a:lstStyle/>
            <a:p>
              <a:pPr indent="0" lvl="0" marL="0" marR="0" rtl="0" algn="ctr">
                <a:lnSpc>
                  <a:spcPct val="139970"/>
                </a:lnSpc>
                <a:spcBef>
                  <a:spcPts val="0"/>
                </a:spcBef>
                <a:spcAft>
                  <a:spcPts val="0"/>
                </a:spcAft>
                <a:buNone/>
              </a:pPr>
              <a:r>
                <a:rPr i="0" lang="en-US" sz="2700" u="none" cap="none" strike="noStrike">
                  <a:solidFill>
                    <a:srgbClr val="000000"/>
                  </a:solidFill>
                  <a:latin typeface="Poppins"/>
                  <a:ea typeface="Poppins"/>
                  <a:cs typeface="Poppins"/>
                  <a:sym typeface="Poppins"/>
                </a:rPr>
                <a:t>Presented by </a:t>
              </a:r>
              <a:r>
                <a:rPr lang="en-US" sz="2700">
                  <a:latin typeface="Poppins"/>
                  <a:ea typeface="Poppins"/>
                  <a:cs typeface="Poppins"/>
                  <a:sym typeface="Poppins"/>
                </a:rPr>
                <a:t>Tanmay Borse,Sakec</a:t>
              </a:r>
              <a:endParaRPr sz="700">
                <a:latin typeface="Poppins"/>
                <a:ea typeface="Poppins"/>
                <a:cs typeface="Poppins"/>
                <a:sym typeface="Poppin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85"/>
                                        </p:tgtEl>
                                        <p:attrNameLst>
                                          <p:attrName>style.visibility</p:attrName>
                                        </p:attrNameLst>
                                      </p:cBhvr>
                                      <p:to>
                                        <p:strVal val="visible"/>
                                      </p:to>
                                    </p:set>
                                    <p:anim calcmode="lin" valueType="num">
                                      <p:cBhvr additive="base">
                                        <p:cTn dur="1000"/>
                                        <p:tgtEl>
                                          <p:spTgt spid="85"/>
                                        </p:tgtEl>
                                        <p:attrNameLst>
                                          <p:attrName>ppt_w</p:attrName>
                                        </p:attrNameLst>
                                      </p:cBhvr>
                                      <p:tavLst>
                                        <p:tav fmla="" tm="0">
                                          <p:val>
                                            <p:strVal val="0"/>
                                          </p:val>
                                        </p:tav>
                                        <p:tav fmla="" tm="100000">
                                          <p:val>
                                            <p:strVal val="#ppt_w"/>
                                          </p:val>
                                        </p:tav>
                                      </p:tavLst>
                                    </p:anim>
                                    <p:anim calcmode="lin" valueType="num">
                                      <p:cBhvr additive="base">
                                        <p:cTn dur="1000"/>
                                        <p:tgtEl>
                                          <p:spTgt spid="8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86"/>
                                        </p:tgtEl>
                                        <p:attrNameLst>
                                          <p:attrName>style.visibility</p:attrName>
                                        </p:attrNameLst>
                                      </p:cBhvr>
                                      <p:to>
                                        <p:strVal val="visible"/>
                                      </p:to>
                                    </p:set>
                                    <p:anim calcmode="lin" valueType="num">
                                      <p:cBhvr additive="base">
                                        <p:cTn dur="1000"/>
                                        <p:tgtEl>
                                          <p:spTgt spid="86"/>
                                        </p:tgtEl>
                                        <p:attrNameLst>
                                          <p:attrName>ppt_w</p:attrName>
                                        </p:attrNameLst>
                                      </p:cBhvr>
                                      <p:tavLst>
                                        <p:tav fmla="" tm="0">
                                          <p:val>
                                            <p:strVal val="0"/>
                                          </p:val>
                                        </p:tav>
                                        <p:tav fmla="" tm="100000">
                                          <p:val>
                                            <p:strVal val="#ppt_w"/>
                                          </p:val>
                                        </p:tav>
                                      </p:tavLst>
                                    </p:anim>
                                    <p:anim calcmode="lin" valueType="num">
                                      <p:cBhvr additive="base">
                                        <p:cTn dur="1000"/>
                                        <p:tgtEl>
                                          <p:spTgt spid="86"/>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88"/>
                                        </p:tgtEl>
                                        <p:attrNameLst>
                                          <p:attrName>style.visibility</p:attrName>
                                        </p:attrNameLst>
                                      </p:cBhvr>
                                      <p:to>
                                        <p:strVal val="visible"/>
                                      </p:to>
                                    </p:set>
                                    <p:anim calcmode="lin" valueType="num">
                                      <p:cBhvr additive="base">
                                        <p:cTn dur="1000"/>
                                        <p:tgtEl>
                                          <p:spTgt spid="88"/>
                                        </p:tgtEl>
                                        <p:attrNameLst>
                                          <p:attrName>ppt_w</p:attrName>
                                        </p:attrNameLst>
                                      </p:cBhvr>
                                      <p:tavLst>
                                        <p:tav fmla="" tm="0">
                                          <p:val>
                                            <p:strVal val="0"/>
                                          </p:val>
                                        </p:tav>
                                        <p:tav fmla="" tm="100000">
                                          <p:val>
                                            <p:strVal val="#ppt_w"/>
                                          </p:val>
                                        </p:tav>
                                      </p:tavLst>
                                    </p:anim>
                                    <p:anim calcmode="lin" valueType="num">
                                      <p:cBhvr additive="base">
                                        <p:cTn dur="1000"/>
                                        <p:tgtEl>
                                          <p:spTgt spid="8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84"/>
                                        </p:tgtEl>
                                        <p:attrNameLst>
                                          <p:attrName>style.visibility</p:attrName>
                                        </p:attrNameLst>
                                      </p:cBhvr>
                                      <p:to>
                                        <p:strVal val="visible"/>
                                      </p:to>
                                    </p:set>
                                    <p:anim calcmode="lin" valueType="num">
                                      <p:cBhvr additive="base">
                                        <p:cTn dur="1000"/>
                                        <p:tgtEl>
                                          <p:spTgt spid="84"/>
                                        </p:tgtEl>
                                        <p:attrNameLst>
                                          <p:attrName>ppt_w</p:attrName>
                                        </p:attrNameLst>
                                      </p:cBhvr>
                                      <p:tavLst>
                                        <p:tav fmla="" tm="0">
                                          <p:val>
                                            <p:strVal val="0"/>
                                          </p:val>
                                        </p:tav>
                                        <p:tav fmla="" tm="100000">
                                          <p:val>
                                            <p:strVal val="#ppt_w"/>
                                          </p:val>
                                        </p:tav>
                                      </p:tavLst>
                                    </p:anim>
                                    <p:anim calcmode="lin" valueType="num">
                                      <p:cBhvr additive="base">
                                        <p:cTn dur="1000"/>
                                        <p:tgtEl>
                                          <p:spTgt spid="84"/>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89"/>
                                        </p:tgtEl>
                                        <p:attrNameLst>
                                          <p:attrName>style.visibility</p:attrName>
                                        </p:attrNameLst>
                                      </p:cBhvr>
                                      <p:to>
                                        <p:strVal val="visible"/>
                                      </p:to>
                                    </p:set>
                                    <p:anim calcmode="lin" valueType="num">
                                      <p:cBhvr additive="base">
                                        <p:cTn dur="1000"/>
                                        <p:tgtEl>
                                          <p:spTgt spid="89"/>
                                        </p:tgtEl>
                                        <p:attrNameLst>
                                          <p:attrName>ppt_w</p:attrName>
                                        </p:attrNameLst>
                                      </p:cBhvr>
                                      <p:tavLst>
                                        <p:tav fmla="" tm="0">
                                          <p:val>
                                            <p:strVal val="0"/>
                                          </p:val>
                                        </p:tav>
                                        <p:tav fmla="" tm="100000">
                                          <p:val>
                                            <p:strVal val="#ppt_w"/>
                                          </p:val>
                                        </p:tav>
                                      </p:tavLst>
                                    </p:anim>
                                    <p:anim calcmode="lin" valueType="num">
                                      <p:cBhvr additive="base">
                                        <p:cTn dur="1000"/>
                                        <p:tgtEl>
                                          <p:spTgt spid="8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90"/>
                                        </p:tgtEl>
                                        <p:attrNameLst>
                                          <p:attrName>style.visibility</p:attrName>
                                        </p:attrNameLst>
                                      </p:cBhvr>
                                      <p:to>
                                        <p:strVal val="visible"/>
                                      </p:to>
                                    </p:set>
                                    <p:anim calcmode="lin" valueType="num">
                                      <p:cBhvr additive="base">
                                        <p:cTn dur="1000"/>
                                        <p:tgtEl>
                                          <p:spTgt spid="90"/>
                                        </p:tgtEl>
                                        <p:attrNameLst>
                                          <p:attrName>ppt_w</p:attrName>
                                        </p:attrNameLst>
                                      </p:cBhvr>
                                      <p:tavLst>
                                        <p:tav fmla="" tm="0">
                                          <p:val>
                                            <p:strVal val="0"/>
                                          </p:val>
                                        </p:tav>
                                        <p:tav fmla="" tm="100000">
                                          <p:val>
                                            <p:strVal val="#ppt_w"/>
                                          </p:val>
                                        </p:tav>
                                      </p:tavLst>
                                    </p:anim>
                                    <p:anim calcmode="lin" valueType="num">
                                      <p:cBhvr additive="base">
                                        <p:cTn dur="1000"/>
                                        <p:tgtEl>
                                          <p:spTgt spid="90"/>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7"/>
                                        </p:tgtEl>
                                        <p:attrNameLst>
                                          <p:attrName>style.visibility</p:attrName>
                                        </p:attrNameLst>
                                      </p:cBhvr>
                                      <p:to>
                                        <p:strVal val="visible"/>
                                      </p:to>
                                    </p:set>
                                    <p:animEffect filter="fade" transition="in">
                                      <p:cBhvr>
                                        <p:cTn dur="1000"/>
                                        <p:tgtEl>
                                          <p:spTgt spid="87"/>
                                        </p:tgtEl>
                                      </p:cBhvr>
                                    </p:animEffect>
                                  </p:childTnLst>
                                </p:cTn>
                              </p:par>
                              <p:par>
                                <p:cTn fill="hold" nodeType="with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1000"/>
                                        <p:tgtEl>
                                          <p:spTgt spid="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496D"/>
        </a:solidFill>
      </p:bgPr>
    </p:bg>
    <p:spTree>
      <p:nvGrpSpPr>
        <p:cNvPr id="98" name="Shape 98"/>
        <p:cNvGrpSpPr/>
        <p:nvPr/>
      </p:nvGrpSpPr>
      <p:grpSpPr>
        <a:xfrm>
          <a:off x="0" y="0"/>
          <a:ext cx="0" cy="0"/>
          <a:chOff x="0" y="0"/>
          <a:chExt cx="0" cy="0"/>
        </a:xfrm>
      </p:grpSpPr>
      <p:sp>
        <p:nvSpPr>
          <p:cNvPr id="99" name="Google Shape;99;p14"/>
          <p:cNvSpPr txBox="1"/>
          <p:nvPr/>
        </p:nvSpPr>
        <p:spPr>
          <a:xfrm>
            <a:off x="363700" y="1914723"/>
            <a:ext cx="8976600" cy="1608300"/>
          </a:xfrm>
          <a:prstGeom prst="rect">
            <a:avLst/>
          </a:prstGeom>
          <a:noFill/>
          <a:ln>
            <a:noFill/>
          </a:ln>
        </p:spPr>
        <p:txBody>
          <a:bodyPr anchorCtr="0" anchor="t" bIns="0" lIns="0" spcFirstLastPara="1" rIns="0" wrap="square" tIns="0">
            <a:spAutoFit/>
          </a:bodyPr>
          <a:lstStyle/>
          <a:p>
            <a:pPr indent="-412877" lvl="0" marL="457200" marR="0" rtl="0" algn="l">
              <a:lnSpc>
                <a:spcPct val="130014"/>
              </a:lnSpc>
              <a:spcBef>
                <a:spcPts val="0"/>
              </a:spcBef>
              <a:spcAft>
                <a:spcPts val="0"/>
              </a:spcAft>
              <a:buClr>
                <a:schemeClr val="lt1"/>
              </a:buClr>
              <a:buSzPts val="2902"/>
              <a:buFont typeface="Poppins"/>
              <a:buChar char="❏"/>
            </a:pPr>
            <a:r>
              <a:rPr lang="en-US" sz="2902">
                <a:solidFill>
                  <a:schemeClr val="lt1"/>
                </a:solidFill>
                <a:latin typeface="Poppins"/>
                <a:ea typeface="Poppins"/>
                <a:cs typeface="Poppins"/>
                <a:sym typeface="Poppins"/>
              </a:rPr>
              <a:t>Diffraction</a:t>
            </a:r>
            <a:endParaRPr sz="2902">
              <a:solidFill>
                <a:schemeClr val="lt1"/>
              </a:solidFill>
              <a:latin typeface="Poppins"/>
              <a:ea typeface="Poppins"/>
              <a:cs typeface="Poppins"/>
              <a:sym typeface="Poppins"/>
            </a:endParaRPr>
          </a:p>
          <a:p>
            <a:pPr indent="-412877" lvl="0" marL="457200" marR="0" rtl="0" algn="l">
              <a:lnSpc>
                <a:spcPct val="130014"/>
              </a:lnSpc>
              <a:spcBef>
                <a:spcPts val="0"/>
              </a:spcBef>
              <a:spcAft>
                <a:spcPts val="0"/>
              </a:spcAft>
              <a:buClr>
                <a:schemeClr val="lt1"/>
              </a:buClr>
              <a:buSzPts val="2902"/>
              <a:buFont typeface="Poppins"/>
              <a:buChar char="❏"/>
            </a:pPr>
            <a:r>
              <a:rPr lang="en-US" sz="2902">
                <a:solidFill>
                  <a:schemeClr val="lt1"/>
                </a:solidFill>
                <a:latin typeface="Poppins"/>
                <a:ea typeface="Poppins"/>
                <a:cs typeface="Poppins"/>
                <a:sym typeface="Poppins"/>
              </a:rPr>
              <a:t>Fresnel and Fraunhoffer</a:t>
            </a:r>
            <a:endParaRPr sz="2902">
              <a:solidFill>
                <a:schemeClr val="lt1"/>
              </a:solidFill>
              <a:latin typeface="Poppins"/>
              <a:ea typeface="Poppins"/>
              <a:cs typeface="Poppins"/>
              <a:sym typeface="Poppins"/>
            </a:endParaRPr>
          </a:p>
          <a:p>
            <a:pPr indent="-412877" lvl="0" marL="457200" marR="0" rtl="0" algn="l">
              <a:lnSpc>
                <a:spcPct val="130014"/>
              </a:lnSpc>
              <a:spcBef>
                <a:spcPts val="0"/>
              </a:spcBef>
              <a:spcAft>
                <a:spcPts val="0"/>
              </a:spcAft>
              <a:buClr>
                <a:schemeClr val="lt1"/>
              </a:buClr>
              <a:buSzPts val="2902"/>
              <a:buFont typeface="Poppins"/>
              <a:buChar char="❏"/>
            </a:pPr>
            <a:r>
              <a:t/>
            </a:r>
            <a:endParaRPr sz="2902">
              <a:solidFill>
                <a:schemeClr val="lt1"/>
              </a:solidFill>
              <a:latin typeface="Poppins"/>
              <a:ea typeface="Poppins"/>
              <a:cs typeface="Poppins"/>
              <a:sym typeface="Poppins"/>
            </a:endParaRPr>
          </a:p>
        </p:txBody>
      </p:sp>
      <p:sp>
        <p:nvSpPr>
          <p:cNvPr id="100" name="Google Shape;100;p14"/>
          <p:cNvSpPr txBox="1"/>
          <p:nvPr/>
        </p:nvSpPr>
        <p:spPr>
          <a:xfrm>
            <a:off x="4349252" y="409796"/>
            <a:ext cx="9589500" cy="1344000"/>
          </a:xfrm>
          <a:prstGeom prst="rect">
            <a:avLst/>
          </a:prstGeom>
          <a:noFill/>
          <a:ln>
            <a:noFill/>
          </a:ln>
        </p:spPr>
        <p:txBody>
          <a:bodyPr anchorCtr="0" anchor="t" bIns="0" lIns="0" spcFirstLastPara="1" rIns="0" wrap="square" tIns="0">
            <a:spAutoFit/>
          </a:bodyPr>
          <a:lstStyle/>
          <a:p>
            <a:pPr indent="0" lvl="0" marL="0" marR="0" rtl="0" algn="ctr">
              <a:lnSpc>
                <a:spcPct val="119995"/>
              </a:lnSpc>
              <a:spcBef>
                <a:spcPts val="0"/>
              </a:spcBef>
              <a:spcAft>
                <a:spcPts val="0"/>
              </a:spcAft>
              <a:buNone/>
            </a:pPr>
            <a:r>
              <a:rPr b="1" lang="en-US" sz="8732">
                <a:solidFill>
                  <a:srgbClr val="FFFFFF"/>
                </a:solidFill>
                <a:latin typeface="Poppins"/>
                <a:ea typeface="Poppins"/>
                <a:cs typeface="Poppins"/>
                <a:sym typeface="Poppins"/>
              </a:rPr>
              <a:t>CONTENTS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477F"/>
        </a:solidFill>
      </p:bgPr>
    </p:bg>
    <p:spTree>
      <p:nvGrpSpPr>
        <p:cNvPr id="104" name="Shape 104"/>
        <p:cNvGrpSpPr/>
        <p:nvPr/>
      </p:nvGrpSpPr>
      <p:grpSpPr>
        <a:xfrm>
          <a:off x="0" y="0"/>
          <a:ext cx="0" cy="0"/>
          <a:chOff x="0" y="0"/>
          <a:chExt cx="0" cy="0"/>
        </a:xfrm>
      </p:grpSpPr>
      <p:pic>
        <p:nvPicPr>
          <p:cNvPr id="105" name="Google Shape;105;p15"/>
          <p:cNvPicPr preferRelativeResize="0"/>
          <p:nvPr/>
        </p:nvPicPr>
        <p:blipFill rotWithShape="1">
          <a:blip r:embed="rId3">
            <a:alphaModFix/>
          </a:blip>
          <a:srcRect b="0" l="0" r="0" t="0"/>
          <a:stretch/>
        </p:blipFill>
        <p:spPr>
          <a:xfrm rot="1016643">
            <a:off x="-2670901" y="8032131"/>
            <a:ext cx="2117252" cy="4114800"/>
          </a:xfrm>
          <a:prstGeom prst="rect">
            <a:avLst/>
          </a:prstGeom>
          <a:noFill/>
          <a:ln>
            <a:noFill/>
          </a:ln>
        </p:spPr>
      </p:pic>
      <p:pic>
        <p:nvPicPr>
          <p:cNvPr id="106" name="Google Shape;106;p15"/>
          <p:cNvPicPr preferRelativeResize="0"/>
          <p:nvPr/>
        </p:nvPicPr>
        <p:blipFill rotWithShape="1">
          <a:blip r:embed="rId4">
            <a:alphaModFix/>
          </a:blip>
          <a:srcRect b="0" l="0" r="0" t="0"/>
          <a:stretch/>
        </p:blipFill>
        <p:spPr>
          <a:xfrm>
            <a:off x="-1683074" y="8282370"/>
            <a:ext cx="1683071" cy="4246280"/>
          </a:xfrm>
          <a:prstGeom prst="rect">
            <a:avLst/>
          </a:prstGeom>
          <a:noFill/>
          <a:ln>
            <a:noFill/>
          </a:ln>
        </p:spPr>
      </p:pic>
      <p:pic>
        <p:nvPicPr>
          <p:cNvPr id="107" name="Google Shape;107;p15"/>
          <p:cNvPicPr preferRelativeResize="0"/>
          <p:nvPr/>
        </p:nvPicPr>
        <p:blipFill rotWithShape="1">
          <a:blip r:embed="rId5">
            <a:alphaModFix/>
          </a:blip>
          <a:srcRect b="0" l="0" r="0" t="0"/>
          <a:stretch/>
        </p:blipFill>
        <p:spPr>
          <a:xfrm rot="-2399450">
            <a:off x="-4702636" y="8276351"/>
            <a:ext cx="3526971" cy="545077"/>
          </a:xfrm>
          <a:prstGeom prst="rect">
            <a:avLst/>
          </a:prstGeom>
          <a:noFill/>
          <a:ln>
            <a:noFill/>
          </a:ln>
        </p:spPr>
      </p:pic>
      <p:pic>
        <p:nvPicPr>
          <p:cNvPr id="108" name="Google Shape;108;p15"/>
          <p:cNvPicPr preferRelativeResize="0"/>
          <p:nvPr/>
        </p:nvPicPr>
        <p:blipFill rotWithShape="1">
          <a:blip r:embed="rId6">
            <a:alphaModFix/>
          </a:blip>
          <a:srcRect b="0" l="0" r="0" t="0"/>
          <a:stretch/>
        </p:blipFill>
        <p:spPr>
          <a:xfrm rot="7449802">
            <a:off x="17778411" y="45519"/>
            <a:ext cx="3348233" cy="967944"/>
          </a:xfrm>
          <a:prstGeom prst="rect">
            <a:avLst/>
          </a:prstGeom>
          <a:noFill/>
          <a:ln>
            <a:noFill/>
          </a:ln>
        </p:spPr>
      </p:pic>
      <p:pic>
        <p:nvPicPr>
          <p:cNvPr id="109" name="Google Shape;109;p15"/>
          <p:cNvPicPr preferRelativeResize="0"/>
          <p:nvPr/>
        </p:nvPicPr>
        <p:blipFill rotWithShape="1">
          <a:blip r:embed="rId7">
            <a:alphaModFix/>
          </a:blip>
          <a:srcRect b="0" l="0" r="0" t="0"/>
          <a:stretch/>
        </p:blipFill>
        <p:spPr>
          <a:xfrm rot="-1849999">
            <a:off x="18490347" y="2551394"/>
            <a:ext cx="3222619" cy="1201158"/>
          </a:xfrm>
          <a:prstGeom prst="rect">
            <a:avLst/>
          </a:prstGeom>
          <a:noFill/>
          <a:ln>
            <a:noFill/>
          </a:ln>
        </p:spPr>
      </p:pic>
      <p:pic>
        <p:nvPicPr>
          <p:cNvPr id="110" name="Google Shape;110;p15"/>
          <p:cNvPicPr preferRelativeResize="0"/>
          <p:nvPr/>
        </p:nvPicPr>
        <p:blipFill rotWithShape="1">
          <a:blip r:embed="rId8">
            <a:alphaModFix/>
          </a:blip>
          <a:srcRect b="0" l="0" r="0" t="0"/>
          <a:stretch/>
        </p:blipFill>
        <p:spPr>
          <a:xfrm rot="5970054">
            <a:off x="17691814" y="897752"/>
            <a:ext cx="3521425" cy="422571"/>
          </a:xfrm>
          <a:prstGeom prst="rect">
            <a:avLst/>
          </a:prstGeom>
          <a:noFill/>
          <a:ln>
            <a:noFill/>
          </a:ln>
        </p:spPr>
      </p:pic>
      <p:pic>
        <p:nvPicPr>
          <p:cNvPr id="111" name="Google Shape;111;p15"/>
          <p:cNvPicPr preferRelativeResize="0"/>
          <p:nvPr/>
        </p:nvPicPr>
        <p:blipFill rotWithShape="1">
          <a:blip r:embed="rId9">
            <a:alphaModFix/>
          </a:blip>
          <a:srcRect b="0" l="0" r="0" t="0"/>
          <a:stretch/>
        </p:blipFill>
        <p:spPr>
          <a:xfrm rot="10561176">
            <a:off x="17786375" y="-2117175"/>
            <a:ext cx="1167532" cy="3891774"/>
          </a:xfrm>
          <a:prstGeom prst="rect">
            <a:avLst/>
          </a:prstGeom>
          <a:noFill/>
          <a:ln>
            <a:noFill/>
          </a:ln>
        </p:spPr>
      </p:pic>
      <p:sp>
        <p:nvSpPr>
          <p:cNvPr id="112" name="Google Shape;112;p15"/>
          <p:cNvSpPr txBox="1"/>
          <p:nvPr/>
        </p:nvSpPr>
        <p:spPr>
          <a:xfrm>
            <a:off x="1571550" y="240525"/>
            <a:ext cx="15144900" cy="1569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9000">
                <a:solidFill>
                  <a:schemeClr val="lt1"/>
                </a:solidFill>
                <a:latin typeface="Poppins"/>
                <a:ea typeface="Poppins"/>
                <a:cs typeface="Poppins"/>
                <a:sym typeface="Poppins"/>
              </a:rPr>
              <a:t>What is Diffraction?</a:t>
            </a:r>
            <a:endParaRPr b="1" sz="9000">
              <a:solidFill>
                <a:schemeClr val="lt1"/>
              </a:solidFill>
              <a:latin typeface="Poppins"/>
              <a:ea typeface="Poppins"/>
              <a:cs typeface="Poppins"/>
              <a:sym typeface="Poppins"/>
            </a:endParaRPr>
          </a:p>
        </p:txBody>
      </p:sp>
      <p:sp>
        <p:nvSpPr>
          <p:cNvPr id="113" name="Google Shape;113;p15"/>
          <p:cNvSpPr txBox="1"/>
          <p:nvPr/>
        </p:nvSpPr>
        <p:spPr>
          <a:xfrm>
            <a:off x="612325" y="2186500"/>
            <a:ext cx="17040300" cy="143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700">
                <a:solidFill>
                  <a:schemeClr val="lt1"/>
                </a:solidFill>
                <a:latin typeface="Poppins"/>
                <a:ea typeface="Poppins"/>
                <a:cs typeface="Poppins"/>
                <a:sym typeface="Poppins"/>
              </a:rPr>
              <a:t>Diffraction : As waves come into contact with obstacles (or openings), they bend around the edges of the obstacles if the obstacles' dimensions are equal to the waves' wavelength. Diffraction is the bending of waves around the edges of an obstacle (or opening). </a:t>
            </a:r>
            <a:endParaRPr sz="2700">
              <a:solidFill>
                <a:schemeClr val="lt1"/>
              </a:solidFill>
              <a:latin typeface="Poppins"/>
              <a:ea typeface="Poppins"/>
              <a:cs typeface="Poppins"/>
              <a:sym typeface="Poppins"/>
            </a:endParaRPr>
          </a:p>
        </p:txBody>
      </p:sp>
      <p:grpSp>
        <p:nvGrpSpPr>
          <p:cNvPr id="114" name="Google Shape;114;p15"/>
          <p:cNvGrpSpPr/>
          <p:nvPr/>
        </p:nvGrpSpPr>
        <p:grpSpPr>
          <a:xfrm>
            <a:off x="9603073" y="3994187"/>
            <a:ext cx="7217739" cy="5528475"/>
            <a:chOff x="4032700" y="1487175"/>
            <a:chExt cx="5871900" cy="4120500"/>
          </a:xfrm>
        </p:grpSpPr>
        <p:sp>
          <p:nvSpPr>
            <p:cNvPr id="115" name="Google Shape;115;p15"/>
            <p:cNvSpPr/>
            <p:nvPr/>
          </p:nvSpPr>
          <p:spPr>
            <a:xfrm>
              <a:off x="4032700" y="1487175"/>
              <a:ext cx="5871900" cy="4120500"/>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116" name="Google Shape;116;p15"/>
            <p:cNvGrpSpPr/>
            <p:nvPr/>
          </p:nvGrpSpPr>
          <p:grpSpPr>
            <a:xfrm>
              <a:off x="4092327" y="1487178"/>
              <a:ext cx="5792414" cy="4038309"/>
              <a:chOff x="3730102" y="2175378"/>
              <a:chExt cx="5792414" cy="4038309"/>
            </a:xfrm>
          </p:grpSpPr>
          <p:grpSp>
            <p:nvGrpSpPr>
              <p:cNvPr id="117" name="Google Shape;117;p15"/>
              <p:cNvGrpSpPr/>
              <p:nvPr/>
            </p:nvGrpSpPr>
            <p:grpSpPr>
              <a:xfrm>
                <a:off x="4690120" y="2291342"/>
                <a:ext cx="361060" cy="1989694"/>
                <a:chOff x="4690120" y="2291342"/>
                <a:chExt cx="361060" cy="1989694"/>
              </a:xfrm>
            </p:grpSpPr>
            <p:sp>
              <p:nvSpPr>
                <p:cNvPr id="118" name="Google Shape;118;p15"/>
                <p:cNvSpPr/>
                <p:nvPr/>
              </p:nvSpPr>
              <p:spPr>
                <a:xfrm flipH="1">
                  <a:off x="4690120" y="2291342"/>
                  <a:ext cx="247050" cy="1989684"/>
                </a:xfrm>
                <a:custGeom>
                  <a:rect b="b" l="l" r="r" t="t"/>
                  <a:pathLst>
                    <a:path extrusionOk="0" fill="none" h="21600" w="21600">
                      <a:moveTo>
                        <a:pt x="6444" y="-1"/>
                      </a:moveTo>
                      <a:cubicBezTo>
                        <a:pt x="15460" y="2818"/>
                        <a:pt x="21600" y="11169"/>
                        <a:pt x="21600" y="20616"/>
                      </a:cubicBezTo>
                      <a:cubicBezTo>
                        <a:pt x="21600" y="29769"/>
                        <a:pt x="15830" y="37929"/>
                        <a:pt x="7199" y="40980"/>
                      </a:cubicBezTo>
                    </a:path>
                    <a:path extrusionOk="0" h="21600" w="21600">
                      <a:moveTo>
                        <a:pt x="6444" y="-1"/>
                      </a:moveTo>
                      <a:cubicBezTo>
                        <a:pt x="15460" y="2818"/>
                        <a:pt x="21600" y="11169"/>
                        <a:pt x="21600" y="20616"/>
                      </a:cubicBezTo>
                      <a:cubicBezTo>
                        <a:pt x="21600" y="29769"/>
                        <a:pt x="15830" y="37929"/>
                        <a:pt x="7199" y="40980"/>
                      </a:cubicBezTo>
                      <a:lnTo>
                        <a:pt x="0" y="20616"/>
                      </a:lnTo>
                      <a:lnTo>
                        <a:pt x="6444" y="-1"/>
                      </a:lnTo>
                      <a:close/>
                    </a:path>
                  </a:pathLst>
                </a:custGeom>
                <a:solidFill>
                  <a:srgbClr val="C9DAF8"/>
                </a:solidFill>
                <a:ln cap="flat" cmpd="sng" w="12700">
                  <a:solidFill>
                    <a:srgbClr val="2F549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 name="Google Shape;119;p15"/>
                <p:cNvSpPr/>
                <p:nvPr/>
              </p:nvSpPr>
              <p:spPr>
                <a:xfrm>
                  <a:off x="4779776" y="2295348"/>
                  <a:ext cx="271404" cy="1985688"/>
                </a:xfrm>
                <a:custGeom>
                  <a:rect b="b" l="l" r="r" t="t"/>
                  <a:pathLst>
                    <a:path extrusionOk="0" fill="none" h="21600" w="21600">
                      <a:moveTo>
                        <a:pt x="6444" y="-1"/>
                      </a:moveTo>
                      <a:cubicBezTo>
                        <a:pt x="15460" y="2818"/>
                        <a:pt x="21600" y="11169"/>
                        <a:pt x="21600" y="20616"/>
                      </a:cubicBezTo>
                      <a:cubicBezTo>
                        <a:pt x="21600" y="29818"/>
                        <a:pt x="15769" y="38010"/>
                        <a:pt x="7074" y="41024"/>
                      </a:cubicBezTo>
                    </a:path>
                    <a:path extrusionOk="0" h="21600" w="21600">
                      <a:moveTo>
                        <a:pt x="6444" y="-1"/>
                      </a:moveTo>
                      <a:cubicBezTo>
                        <a:pt x="15460" y="2818"/>
                        <a:pt x="21600" y="11169"/>
                        <a:pt x="21600" y="20616"/>
                      </a:cubicBezTo>
                      <a:cubicBezTo>
                        <a:pt x="21600" y="29818"/>
                        <a:pt x="15769" y="38010"/>
                        <a:pt x="7074" y="41024"/>
                      </a:cubicBezTo>
                      <a:lnTo>
                        <a:pt x="0" y="20616"/>
                      </a:lnTo>
                      <a:lnTo>
                        <a:pt x="6444" y="-1"/>
                      </a:lnTo>
                      <a:close/>
                    </a:path>
                  </a:pathLst>
                </a:custGeom>
                <a:solidFill>
                  <a:srgbClr val="C9DAF8"/>
                </a:solidFill>
                <a:ln cap="flat" cmpd="sng" w="12700">
                  <a:solidFill>
                    <a:srgbClr val="2F549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0" name="Google Shape;120;p15"/>
              <p:cNvGrpSpPr/>
              <p:nvPr/>
            </p:nvGrpSpPr>
            <p:grpSpPr>
              <a:xfrm>
                <a:off x="7158659" y="2290422"/>
                <a:ext cx="347560" cy="1989694"/>
                <a:chOff x="7158659" y="2290422"/>
                <a:chExt cx="347560" cy="1989694"/>
              </a:xfrm>
            </p:grpSpPr>
            <p:sp>
              <p:nvSpPr>
                <p:cNvPr id="121" name="Google Shape;121;p15"/>
                <p:cNvSpPr/>
                <p:nvPr/>
              </p:nvSpPr>
              <p:spPr>
                <a:xfrm flipH="1">
                  <a:off x="7158659" y="2290422"/>
                  <a:ext cx="247050" cy="1989684"/>
                </a:xfrm>
                <a:custGeom>
                  <a:rect b="b" l="l" r="r" t="t"/>
                  <a:pathLst>
                    <a:path extrusionOk="0" fill="none" h="21600" w="21600">
                      <a:moveTo>
                        <a:pt x="6444" y="-1"/>
                      </a:moveTo>
                      <a:cubicBezTo>
                        <a:pt x="15460" y="2818"/>
                        <a:pt x="21600" y="11169"/>
                        <a:pt x="21600" y="20616"/>
                      </a:cubicBezTo>
                      <a:cubicBezTo>
                        <a:pt x="21600" y="29769"/>
                        <a:pt x="15830" y="37929"/>
                        <a:pt x="7199" y="40980"/>
                      </a:cubicBezTo>
                    </a:path>
                    <a:path extrusionOk="0" h="21600" w="21600">
                      <a:moveTo>
                        <a:pt x="6444" y="-1"/>
                      </a:moveTo>
                      <a:cubicBezTo>
                        <a:pt x="15460" y="2818"/>
                        <a:pt x="21600" y="11169"/>
                        <a:pt x="21600" y="20616"/>
                      </a:cubicBezTo>
                      <a:cubicBezTo>
                        <a:pt x="21600" y="29769"/>
                        <a:pt x="15830" y="37929"/>
                        <a:pt x="7199" y="40980"/>
                      </a:cubicBezTo>
                      <a:lnTo>
                        <a:pt x="0" y="20616"/>
                      </a:lnTo>
                      <a:lnTo>
                        <a:pt x="6444" y="-1"/>
                      </a:lnTo>
                      <a:close/>
                    </a:path>
                  </a:pathLst>
                </a:custGeom>
                <a:solidFill>
                  <a:srgbClr val="C9DAF8"/>
                </a:solidFill>
                <a:ln cap="flat" cmpd="sng" w="12700">
                  <a:solidFill>
                    <a:srgbClr val="2F549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 name="Google Shape;122;p15"/>
                <p:cNvSpPr/>
                <p:nvPr/>
              </p:nvSpPr>
              <p:spPr>
                <a:xfrm>
                  <a:off x="7248316" y="2294428"/>
                  <a:ext cx="257904" cy="1985688"/>
                </a:xfrm>
                <a:custGeom>
                  <a:rect b="b" l="l" r="r" t="t"/>
                  <a:pathLst>
                    <a:path extrusionOk="0" fill="none" h="21600" w="21600">
                      <a:moveTo>
                        <a:pt x="6444" y="-1"/>
                      </a:moveTo>
                      <a:cubicBezTo>
                        <a:pt x="15460" y="2818"/>
                        <a:pt x="21600" y="11169"/>
                        <a:pt x="21600" y="20616"/>
                      </a:cubicBezTo>
                      <a:cubicBezTo>
                        <a:pt x="21600" y="29818"/>
                        <a:pt x="15769" y="38010"/>
                        <a:pt x="7074" y="41024"/>
                      </a:cubicBezTo>
                    </a:path>
                    <a:path extrusionOk="0" h="21600" w="21600">
                      <a:moveTo>
                        <a:pt x="6444" y="-1"/>
                      </a:moveTo>
                      <a:cubicBezTo>
                        <a:pt x="15460" y="2818"/>
                        <a:pt x="21600" y="11169"/>
                        <a:pt x="21600" y="20616"/>
                      </a:cubicBezTo>
                      <a:cubicBezTo>
                        <a:pt x="21600" y="29818"/>
                        <a:pt x="15769" y="38010"/>
                        <a:pt x="7074" y="41024"/>
                      </a:cubicBezTo>
                      <a:lnTo>
                        <a:pt x="0" y="20616"/>
                      </a:lnTo>
                      <a:lnTo>
                        <a:pt x="6444" y="-1"/>
                      </a:lnTo>
                      <a:close/>
                    </a:path>
                  </a:pathLst>
                </a:custGeom>
                <a:solidFill>
                  <a:srgbClr val="C9DAF8"/>
                </a:solidFill>
                <a:ln cap="flat" cmpd="sng" w="12700">
                  <a:solidFill>
                    <a:srgbClr val="2F549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23" name="Google Shape;123;p15"/>
              <p:cNvSpPr/>
              <p:nvPr/>
            </p:nvSpPr>
            <p:spPr>
              <a:xfrm>
                <a:off x="3942083" y="4082715"/>
                <a:ext cx="140100" cy="1317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cxnSp>
            <p:nvCxnSpPr>
              <p:cNvPr id="124" name="Google Shape;124;p15"/>
              <p:cNvCxnSpPr/>
              <p:nvPr/>
            </p:nvCxnSpPr>
            <p:spPr>
              <a:xfrm>
                <a:off x="4084335" y="4149435"/>
                <a:ext cx="839700" cy="900"/>
              </a:xfrm>
              <a:prstGeom prst="straightConnector1">
                <a:avLst/>
              </a:prstGeom>
              <a:noFill/>
              <a:ln cap="flat" cmpd="sng" w="12700">
                <a:solidFill>
                  <a:srgbClr val="000000"/>
                </a:solidFill>
                <a:prstDash val="solid"/>
                <a:round/>
                <a:headEnd len="med" w="med" type="none"/>
                <a:tailEnd len="med" w="med" type="triangle"/>
              </a:ln>
            </p:spPr>
          </p:cxnSp>
          <p:cxnSp>
            <p:nvCxnSpPr>
              <p:cNvPr id="125" name="Google Shape;125;p15"/>
              <p:cNvCxnSpPr/>
              <p:nvPr/>
            </p:nvCxnSpPr>
            <p:spPr>
              <a:xfrm>
                <a:off x="4084335" y="4149435"/>
                <a:ext cx="839700" cy="263100"/>
              </a:xfrm>
              <a:prstGeom prst="straightConnector1">
                <a:avLst/>
              </a:prstGeom>
              <a:noFill/>
              <a:ln cap="flat" cmpd="sng" w="12700">
                <a:solidFill>
                  <a:srgbClr val="000000"/>
                </a:solidFill>
                <a:prstDash val="solid"/>
                <a:round/>
                <a:headEnd len="med" w="med" type="none"/>
                <a:tailEnd len="med" w="med" type="triangle"/>
              </a:ln>
            </p:spPr>
          </p:cxnSp>
          <p:cxnSp>
            <p:nvCxnSpPr>
              <p:cNvPr id="126" name="Google Shape;126;p15"/>
              <p:cNvCxnSpPr/>
              <p:nvPr/>
            </p:nvCxnSpPr>
            <p:spPr>
              <a:xfrm flipH="1" rot="10800000">
                <a:off x="4084335" y="3886335"/>
                <a:ext cx="839700" cy="263100"/>
              </a:xfrm>
              <a:prstGeom prst="straightConnector1">
                <a:avLst/>
              </a:prstGeom>
              <a:noFill/>
              <a:ln cap="flat" cmpd="sng" w="12700">
                <a:solidFill>
                  <a:srgbClr val="000000"/>
                </a:solidFill>
                <a:prstDash val="solid"/>
                <a:round/>
                <a:headEnd len="med" w="med" type="none"/>
                <a:tailEnd len="med" w="med" type="triangle"/>
              </a:ln>
            </p:spPr>
          </p:cxnSp>
          <p:cxnSp>
            <p:nvCxnSpPr>
              <p:cNvPr id="127" name="Google Shape;127;p15"/>
              <p:cNvCxnSpPr/>
              <p:nvPr/>
            </p:nvCxnSpPr>
            <p:spPr>
              <a:xfrm>
                <a:off x="4084335" y="4149435"/>
                <a:ext cx="839700" cy="526500"/>
              </a:xfrm>
              <a:prstGeom prst="straightConnector1">
                <a:avLst/>
              </a:prstGeom>
              <a:noFill/>
              <a:ln cap="flat" cmpd="sng" w="12700">
                <a:solidFill>
                  <a:srgbClr val="000000"/>
                </a:solidFill>
                <a:prstDash val="solid"/>
                <a:round/>
                <a:headEnd len="med" w="med" type="none"/>
                <a:tailEnd len="med" w="med" type="triangle"/>
              </a:ln>
            </p:spPr>
          </p:cxnSp>
          <p:cxnSp>
            <p:nvCxnSpPr>
              <p:cNvPr id="128" name="Google Shape;128;p15"/>
              <p:cNvCxnSpPr/>
              <p:nvPr/>
            </p:nvCxnSpPr>
            <p:spPr>
              <a:xfrm flipH="1" rot="10800000">
                <a:off x="4084335" y="3622936"/>
                <a:ext cx="839700" cy="526500"/>
              </a:xfrm>
              <a:prstGeom prst="straightConnector1">
                <a:avLst/>
              </a:prstGeom>
              <a:noFill/>
              <a:ln cap="flat" cmpd="sng" w="12700">
                <a:solidFill>
                  <a:srgbClr val="000000"/>
                </a:solidFill>
                <a:prstDash val="solid"/>
                <a:round/>
                <a:headEnd len="med" w="med" type="none"/>
                <a:tailEnd len="med" w="med" type="triangle"/>
              </a:ln>
            </p:spPr>
          </p:cxnSp>
          <p:cxnSp>
            <p:nvCxnSpPr>
              <p:cNvPr id="129" name="Google Shape;129;p15"/>
              <p:cNvCxnSpPr/>
              <p:nvPr/>
            </p:nvCxnSpPr>
            <p:spPr>
              <a:xfrm>
                <a:off x="4924012" y="4675829"/>
                <a:ext cx="839700" cy="900"/>
              </a:xfrm>
              <a:prstGeom prst="straightConnector1">
                <a:avLst/>
              </a:prstGeom>
              <a:noFill/>
              <a:ln cap="flat" cmpd="sng" w="12700">
                <a:solidFill>
                  <a:srgbClr val="0C0C0C"/>
                </a:solidFill>
                <a:prstDash val="solid"/>
                <a:round/>
                <a:headEnd len="med" w="med" type="none"/>
                <a:tailEnd len="med" w="med" type="none"/>
              </a:ln>
            </p:spPr>
          </p:cxnSp>
          <p:cxnSp>
            <p:nvCxnSpPr>
              <p:cNvPr id="130" name="Google Shape;130;p15"/>
              <p:cNvCxnSpPr/>
              <p:nvPr/>
            </p:nvCxnSpPr>
            <p:spPr>
              <a:xfrm>
                <a:off x="4924012" y="4412632"/>
                <a:ext cx="839700" cy="900"/>
              </a:xfrm>
              <a:prstGeom prst="straightConnector1">
                <a:avLst/>
              </a:prstGeom>
              <a:noFill/>
              <a:ln cap="flat" cmpd="sng" w="12700">
                <a:solidFill>
                  <a:srgbClr val="0C0C0C"/>
                </a:solidFill>
                <a:prstDash val="solid"/>
                <a:round/>
                <a:headEnd len="med" w="med" type="none"/>
                <a:tailEnd len="med" w="med" type="none"/>
              </a:ln>
            </p:spPr>
          </p:cxnSp>
          <p:cxnSp>
            <p:nvCxnSpPr>
              <p:cNvPr id="131" name="Google Shape;131;p15"/>
              <p:cNvCxnSpPr>
                <a:endCxn id="132" idx="3"/>
              </p:cNvCxnSpPr>
              <p:nvPr/>
            </p:nvCxnSpPr>
            <p:spPr>
              <a:xfrm>
                <a:off x="4923930" y="4149405"/>
                <a:ext cx="4198500" cy="0"/>
              </a:xfrm>
              <a:prstGeom prst="straightConnector1">
                <a:avLst/>
              </a:prstGeom>
              <a:noFill/>
              <a:ln cap="flat" cmpd="sng" w="9525">
                <a:solidFill>
                  <a:srgbClr val="000000"/>
                </a:solidFill>
                <a:prstDash val="dash"/>
                <a:round/>
                <a:headEnd len="med" w="med" type="none"/>
                <a:tailEnd len="med" w="med" type="none"/>
              </a:ln>
            </p:spPr>
          </p:cxnSp>
          <p:cxnSp>
            <p:nvCxnSpPr>
              <p:cNvPr id="133" name="Google Shape;133;p15"/>
              <p:cNvCxnSpPr/>
              <p:nvPr/>
            </p:nvCxnSpPr>
            <p:spPr>
              <a:xfrm>
                <a:off x="4924012" y="3886238"/>
                <a:ext cx="839700" cy="900"/>
              </a:xfrm>
              <a:prstGeom prst="straightConnector1">
                <a:avLst/>
              </a:prstGeom>
              <a:noFill/>
              <a:ln cap="flat" cmpd="sng" w="12700">
                <a:solidFill>
                  <a:srgbClr val="0C0C0C"/>
                </a:solidFill>
                <a:prstDash val="solid"/>
                <a:round/>
                <a:headEnd len="med" w="med" type="none"/>
                <a:tailEnd len="med" w="med" type="none"/>
              </a:ln>
            </p:spPr>
          </p:cxnSp>
          <p:cxnSp>
            <p:nvCxnSpPr>
              <p:cNvPr id="134" name="Google Shape;134;p15"/>
              <p:cNvCxnSpPr/>
              <p:nvPr/>
            </p:nvCxnSpPr>
            <p:spPr>
              <a:xfrm flipH="1" rot="10800000">
                <a:off x="4921971" y="3624057"/>
                <a:ext cx="841800" cy="14700"/>
              </a:xfrm>
              <a:prstGeom prst="straightConnector1">
                <a:avLst/>
              </a:prstGeom>
              <a:noFill/>
              <a:ln cap="flat" cmpd="sng" w="12700">
                <a:solidFill>
                  <a:srgbClr val="0C0C0C"/>
                </a:solidFill>
                <a:prstDash val="solid"/>
                <a:round/>
                <a:headEnd len="med" w="med" type="none"/>
                <a:tailEnd len="med" w="med" type="none"/>
              </a:ln>
            </p:spPr>
          </p:cxnSp>
          <p:grpSp>
            <p:nvGrpSpPr>
              <p:cNvPr id="135" name="Google Shape;135;p15"/>
              <p:cNvGrpSpPr/>
              <p:nvPr/>
            </p:nvGrpSpPr>
            <p:grpSpPr>
              <a:xfrm>
                <a:off x="5763811" y="2438655"/>
                <a:ext cx="160800" cy="3421671"/>
                <a:chOff x="5763811" y="2438655"/>
                <a:chExt cx="160800" cy="3421671"/>
              </a:xfrm>
            </p:grpSpPr>
            <p:sp>
              <p:nvSpPr>
                <p:cNvPr id="136" name="Google Shape;136;p15"/>
                <p:cNvSpPr/>
                <p:nvPr/>
              </p:nvSpPr>
              <p:spPr>
                <a:xfrm>
                  <a:off x="5763811" y="4939026"/>
                  <a:ext cx="140100" cy="921300"/>
                </a:xfrm>
                <a:prstGeom prst="rect">
                  <a:avLst/>
                </a:prstGeom>
                <a:solidFill>
                  <a:srgbClr val="9933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 name="Google Shape;137;p15"/>
                <p:cNvSpPr/>
                <p:nvPr/>
              </p:nvSpPr>
              <p:spPr>
                <a:xfrm>
                  <a:off x="5763811" y="4675829"/>
                  <a:ext cx="140100" cy="263100"/>
                </a:xfrm>
                <a:prstGeom prst="rtTriangle">
                  <a:avLst/>
                </a:prstGeom>
                <a:solidFill>
                  <a:srgbClr val="9933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38" name="Google Shape;138;p15"/>
                <p:cNvGrpSpPr/>
                <p:nvPr/>
              </p:nvGrpSpPr>
              <p:grpSpPr>
                <a:xfrm>
                  <a:off x="5763811" y="2438655"/>
                  <a:ext cx="160800" cy="1184387"/>
                  <a:chOff x="5763811" y="2438655"/>
                  <a:chExt cx="160800" cy="1184387"/>
                </a:xfrm>
              </p:grpSpPr>
              <p:sp>
                <p:nvSpPr>
                  <p:cNvPr id="139" name="Google Shape;139;p15"/>
                  <p:cNvSpPr/>
                  <p:nvPr/>
                </p:nvSpPr>
                <p:spPr>
                  <a:xfrm>
                    <a:off x="5763811" y="2438655"/>
                    <a:ext cx="160800" cy="921300"/>
                  </a:xfrm>
                  <a:prstGeom prst="rect">
                    <a:avLst/>
                  </a:prstGeom>
                  <a:solidFill>
                    <a:srgbClr val="9933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 name="Google Shape;140;p15"/>
                  <p:cNvSpPr/>
                  <p:nvPr/>
                </p:nvSpPr>
                <p:spPr>
                  <a:xfrm flipH="1" rot="10800000">
                    <a:off x="5763811" y="3359942"/>
                    <a:ext cx="160800" cy="263100"/>
                  </a:xfrm>
                  <a:prstGeom prst="rtTriangle">
                    <a:avLst/>
                  </a:prstGeom>
                  <a:solidFill>
                    <a:srgbClr val="9933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cxnSp>
            <p:nvCxnSpPr>
              <p:cNvPr id="141" name="Google Shape;141;p15"/>
              <p:cNvCxnSpPr/>
              <p:nvPr/>
            </p:nvCxnSpPr>
            <p:spPr>
              <a:xfrm flipH="1" rot="10800000">
                <a:off x="5763811" y="3717436"/>
                <a:ext cx="1598100" cy="432000"/>
              </a:xfrm>
              <a:prstGeom prst="straightConnector1">
                <a:avLst/>
              </a:prstGeom>
              <a:noFill/>
              <a:ln cap="flat" cmpd="sng" w="12700">
                <a:solidFill>
                  <a:srgbClr val="000000"/>
                </a:solidFill>
                <a:prstDash val="solid"/>
                <a:round/>
                <a:headEnd len="med" w="med" type="none"/>
                <a:tailEnd len="med" w="med" type="triangle"/>
              </a:ln>
            </p:spPr>
          </p:cxnSp>
          <p:cxnSp>
            <p:nvCxnSpPr>
              <p:cNvPr id="142" name="Google Shape;142;p15"/>
              <p:cNvCxnSpPr/>
              <p:nvPr/>
            </p:nvCxnSpPr>
            <p:spPr>
              <a:xfrm flipH="1" rot="10800000">
                <a:off x="5763811" y="3997133"/>
                <a:ext cx="1587300" cy="415500"/>
              </a:xfrm>
              <a:prstGeom prst="straightConnector1">
                <a:avLst/>
              </a:prstGeom>
              <a:noFill/>
              <a:ln cap="flat" cmpd="sng" w="12700">
                <a:solidFill>
                  <a:srgbClr val="000000"/>
                </a:solidFill>
                <a:prstDash val="solid"/>
                <a:round/>
                <a:headEnd len="med" w="med" type="none"/>
                <a:tailEnd len="med" w="med" type="triangle"/>
              </a:ln>
            </p:spPr>
          </p:cxnSp>
          <p:cxnSp>
            <p:nvCxnSpPr>
              <p:cNvPr id="143" name="Google Shape;143;p15"/>
              <p:cNvCxnSpPr/>
              <p:nvPr/>
            </p:nvCxnSpPr>
            <p:spPr>
              <a:xfrm flipH="1" rot="10800000">
                <a:off x="5763811" y="4242930"/>
                <a:ext cx="1598100" cy="432900"/>
              </a:xfrm>
              <a:prstGeom prst="straightConnector1">
                <a:avLst/>
              </a:prstGeom>
              <a:noFill/>
              <a:ln cap="flat" cmpd="sng" w="12700">
                <a:solidFill>
                  <a:srgbClr val="000000"/>
                </a:solidFill>
                <a:prstDash val="solid"/>
                <a:round/>
                <a:headEnd len="med" w="med" type="none"/>
                <a:tailEnd len="med" w="med" type="triangle"/>
              </a:ln>
            </p:spPr>
          </p:cxnSp>
          <p:cxnSp>
            <p:nvCxnSpPr>
              <p:cNvPr id="144" name="Google Shape;144;p15"/>
              <p:cNvCxnSpPr/>
              <p:nvPr/>
            </p:nvCxnSpPr>
            <p:spPr>
              <a:xfrm flipH="1" rot="10800000">
                <a:off x="5763811" y="3483039"/>
                <a:ext cx="1598100" cy="403200"/>
              </a:xfrm>
              <a:prstGeom prst="straightConnector1">
                <a:avLst/>
              </a:prstGeom>
              <a:noFill/>
              <a:ln cap="flat" cmpd="sng" w="12700">
                <a:solidFill>
                  <a:srgbClr val="000000"/>
                </a:solidFill>
                <a:prstDash val="solid"/>
                <a:round/>
                <a:headEnd len="med" w="med" type="none"/>
                <a:tailEnd len="med" w="med" type="triangle"/>
              </a:ln>
            </p:spPr>
          </p:cxnSp>
          <p:cxnSp>
            <p:nvCxnSpPr>
              <p:cNvPr id="145" name="Google Shape;145;p15"/>
              <p:cNvCxnSpPr/>
              <p:nvPr/>
            </p:nvCxnSpPr>
            <p:spPr>
              <a:xfrm flipH="1" rot="10800000">
                <a:off x="5763811" y="3279543"/>
                <a:ext cx="1587300" cy="343500"/>
              </a:xfrm>
              <a:prstGeom prst="straightConnector1">
                <a:avLst/>
              </a:prstGeom>
              <a:noFill/>
              <a:ln cap="flat" cmpd="sng" w="12700">
                <a:solidFill>
                  <a:srgbClr val="000000"/>
                </a:solidFill>
                <a:prstDash val="solid"/>
                <a:round/>
                <a:headEnd len="med" w="med" type="none"/>
                <a:tailEnd len="med" w="med" type="triangle"/>
              </a:ln>
            </p:spPr>
          </p:cxnSp>
          <p:cxnSp>
            <p:nvCxnSpPr>
              <p:cNvPr id="146" name="Google Shape;146;p15"/>
              <p:cNvCxnSpPr/>
              <p:nvPr/>
            </p:nvCxnSpPr>
            <p:spPr>
              <a:xfrm>
                <a:off x="5763811" y="3623042"/>
                <a:ext cx="0" cy="1052700"/>
              </a:xfrm>
              <a:prstGeom prst="straightConnector1">
                <a:avLst/>
              </a:prstGeom>
              <a:noFill/>
              <a:ln cap="flat" cmpd="sng" w="9525">
                <a:solidFill>
                  <a:srgbClr val="000000"/>
                </a:solidFill>
                <a:prstDash val="dash"/>
                <a:round/>
                <a:headEnd len="med" w="med" type="none"/>
                <a:tailEnd len="med" w="med" type="none"/>
              </a:ln>
            </p:spPr>
          </p:cxnSp>
          <p:cxnSp>
            <p:nvCxnSpPr>
              <p:cNvPr id="147" name="Google Shape;147;p15"/>
              <p:cNvCxnSpPr/>
              <p:nvPr/>
            </p:nvCxnSpPr>
            <p:spPr>
              <a:xfrm>
                <a:off x="5763811" y="3623042"/>
                <a:ext cx="331500" cy="987000"/>
              </a:xfrm>
              <a:prstGeom prst="straightConnector1">
                <a:avLst/>
              </a:prstGeom>
              <a:noFill/>
              <a:ln cap="flat" cmpd="sng" w="9525">
                <a:solidFill>
                  <a:srgbClr val="000000"/>
                </a:solidFill>
                <a:prstDash val="dash"/>
                <a:round/>
                <a:headEnd len="med" w="med" type="none"/>
                <a:tailEnd len="med" w="med" type="none"/>
              </a:ln>
            </p:spPr>
          </p:cxnSp>
          <p:sp>
            <p:nvSpPr>
              <p:cNvPr id="132" name="Google Shape;132;p15"/>
              <p:cNvSpPr/>
              <p:nvPr/>
            </p:nvSpPr>
            <p:spPr>
              <a:xfrm>
                <a:off x="8983530" y="2438655"/>
                <a:ext cx="138900" cy="3421500"/>
              </a:xfrm>
              <a:prstGeom prst="rect">
                <a:avLst/>
              </a:prstGeom>
              <a:solidFill>
                <a:srgbClr val="75707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cxnSp>
            <p:nvCxnSpPr>
              <p:cNvPr id="148" name="Google Shape;148;p15"/>
              <p:cNvCxnSpPr/>
              <p:nvPr/>
            </p:nvCxnSpPr>
            <p:spPr>
              <a:xfrm flipH="1" rot="10800000">
                <a:off x="7351138" y="2964942"/>
                <a:ext cx="1632300" cy="1277100"/>
              </a:xfrm>
              <a:prstGeom prst="straightConnector1">
                <a:avLst/>
              </a:prstGeom>
              <a:noFill/>
              <a:ln cap="flat" cmpd="sng" w="12700">
                <a:solidFill>
                  <a:srgbClr val="000000"/>
                </a:solidFill>
                <a:prstDash val="solid"/>
                <a:round/>
                <a:headEnd len="med" w="med" type="none"/>
                <a:tailEnd len="med" w="med" type="none"/>
              </a:ln>
            </p:spPr>
          </p:cxnSp>
          <p:cxnSp>
            <p:nvCxnSpPr>
              <p:cNvPr id="149" name="Google Shape;149;p15"/>
              <p:cNvCxnSpPr/>
              <p:nvPr/>
            </p:nvCxnSpPr>
            <p:spPr>
              <a:xfrm flipH="1" rot="10800000">
                <a:off x="7303075" y="2965137"/>
                <a:ext cx="1680600" cy="1052700"/>
              </a:xfrm>
              <a:prstGeom prst="straightConnector1">
                <a:avLst/>
              </a:prstGeom>
              <a:noFill/>
              <a:ln cap="flat" cmpd="sng" w="12700">
                <a:solidFill>
                  <a:srgbClr val="000000"/>
                </a:solidFill>
                <a:prstDash val="solid"/>
                <a:round/>
                <a:headEnd len="med" w="med" type="none"/>
                <a:tailEnd len="med" w="med" type="none"/>
              </a:ln>
            </p:spPr>
          </p:cxnSp>
          <p:cxnSp>
            <p:nvCxnSpPr>
              <p:cNvPr id="150" name="Google Shape;150;p15"/>
              <p:cNvCxnSpPr/>
              <p:nvPr/>
            </p:nvCxnSpPr>
            <p:spPr>
              <a:xfrm flipH="1" rot="10800000">
                <a:off x="7303075" y="2965040"/>
                <a:ext cx="1680600" cy="789600"/>
              </a:xfrm>
              <a:prstGeom prst="straightConnector1">
                <a:avLst/>
              </a:prstGeom>
              <a:noFill/>
              <a:ln cap="flat" cmpd="sng" w="12700">
                <a:solidFill>
                  <a:srgbClr val="000000"/>
                </a:solidFill>
                <a:prstDash val="solid"/>
                <a:round/>
                <a:headEnd len="med" w="med" type="none"/>
                <a:tailEnd len="med" w="med" type="none"/>
              </a:ln>
            </p:spPr>
          </p:cxnSp>
          <p:cxnSp>
            <p:nvCxnSpPr>
              <p:cNvPr id="151" name="Google Shape;151;p15"/>
              <p:cNvCxnSpPr/>
              <p:nvPr/>
            </p:nvCxnSpPr>
            <p:spPr>
              <a:xfrm flipH="1" rot="10800000">
                <a:off x="7303075" y="2964943"/>
                <a:ext cx="1680600" cy="526500"/>
              </a:xfrm>
              <a:prstGeom prst="straightConnector1">
                <a:avLst/>
              </a:prstGeom>
              <a:noFill/>
              <a:ln cap="flat" cmpd="sng" w="12700">
                <a:solidFill>
                  <a:srgbClr val="000000"/>
                </a:solidFill>
                <a:prstDash val="solid"/>
                <a:round/>
                <a:headEnd len="med" w="med" type="none"/>
                <a:tailEnd len="med" w="med" type="none"/>
              </a:ln>
            </p:spPr>
          </p:cxnSp>
          <p:cxnSp>
            <p:nvCxnSpPr>
              <p:cNvPr id="152" name="Google Shape;152;p15"/>
              <p:cNvCxnSpPr/>
              <p:nvPr/>
            </p:nvCxnSpPr>
            <p:spPr>
              <a:xfrm flipH="1" rot="10800000">
                <a:off x="7326838" y="2965187"/>
                <a:ext cx="1656600" cy="321000"/>
              </a:xfrm>
              <a:prstGeom prst="straightConnector1">
                <a:avLst/>
              </a:prstGeom>
              <a:noFill/>
              <a:ln cap="flat" cmpd="sng" w="12700">
                <a:solidFill>
                  <a:srgbClr val="000000"/>
                </a:solidFill>
                <a:prstDash val="solid"/>
                <a:round/>
                <a:headEnd len="med" w="med" type="none"/>
                <a:tailEnd len="med" w="med" type="none"/>
              </a:ln>
            </p:spPr>
          </p:cxnSp>
          <p:sp>
            <p:nvSpPr>
              <p:cNvPr id="153" name="Google Shape;153;p15"/>
              <p:cNvSpPr/>
              <p:nvPr/>
            </p:nvSpPr>
            <p:spPr>
              <a:xfrm>
                <a:off x="5483510" y="4149435"/>
                <a:ext cx="140100" cy="526500"/>
              </a:xfrm>
              <a:prstGeom prst="leftBrace">
                <a:avLst>
                  <a:gd fmla="val 33101" name="adj1"/>
                  <a:gd fmla="val 50000" name="adj2"/>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4" name="Google Shape;154;p15"/>
              <p:cNvSpPr/>
              <p:nvPr/>
            </p:nvSpPr>
            <p:spPr>
              <a:xfrm flipH="1" rot="10800000">
                <a:off x="5763811" y="3820412"/>
                <a:ext cx="160920" cy="197424"/>
              </a:xfrm>
              <a:custGeom>
                <a:rect b="b" l="l" r="r" t="t"/>
                <a:pathLst>
                  <a:path extrusionOk="0" fill="none" h="21600" w="21600">
                    <a:moveTo>
                      <a:pt x="-1" y="0"/>
                    </a:moveTo>
                    <a:cubicBezTo>
                      <a:pt x="6228" y="0"/>
                      <a:pt x="12154" y="2688"/>
                      <a:pt x="16255" y="7376"/>
                    </a:cubicBezTo>
                  </a:path>
                  <a:path extrusionOk="0" h="21600" w="21600">
                    <a:moveTo>
                      <a:pt x="-1" y="0"/>
                    </a:moveTo>
                    <a:cubicBezTo>
                      <a:pt x="6228" y="0"/>
                      <a:pt x="12154" y="2688"/>
                      <a:pt x="16255" y="7376"/>
                    </a:cubicBezTo>
                    <a:lnTo>
                      <a:pt x="0" y="21600"/>
                    </a:lnTo>
                    <a:lnTo>
                      <a:pt x="-1" y="0"/>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5" name="Google Shape;155;p15"/>
              <p:cNvSpPr/>
              <p:nvPr/>
            </p:nvSpPr>
            <p:spPr>
              <a:xfrm>
                <a:off x="6222849" y="4029545"/>
                <a:ext cx="101304" cy="118962"/>
              </a:xfrm>
              <a:custGeom>
                <a:rect b="b" l="l" r="r" t="t"/>
                <a:pathLst>
                  <a:path extrusionOk="0" fill="none" h="21600" w="21600">
                    <a:moveTo>
                      <a:pt x="-1" y="0"/>
                    </a:moveTo>
                    <a:cubicBezTo>
                      <a:pt x="11929" y="0"/>
                      <a:pt x="21600" y="9670"/>
                      <a:pt x="21600" y="21600"/>
                    </a:cubicBezTo>
                  </a:path>
                  <a:path extrusionOk="0" h="21600" w="21600">
                    <a:moveTo>
                      <a:pt x="-1" y="0"/>
                    </a:moveTo>
                    <a:cubicBezTo>
                      <a:pt x="11929" y="0"/>
                      <a:pt x="21600" y="9670"/>
                      <a:pt x="21600" y="21600"/>
                    </a:cubicBezTo>
                    <a:lnTo>
                      <a:pt x="0" y="21600"/>
                    </a:lnTo>
                    <a:lnTo>
                      <a:pt x="-1" y="0"/>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 name="Google Shape;156;p15"/>
              <p:cNvSpPr txBox="1"/>
              <p:nvPr/>
            </p:nvSpPr>
            <p:spPr>
              <a:xfrm rot="10566725">
                <a:off x="6237387" y="3936287"/>
                <a:ext cx="216799" cy="119974"/>
              </a:xfrm>
              <a:prstGeom prst="rect">
                <a:avLst/>
              </a:prstGeom>
              <a:solidFill>
                <a:srgbClr val="FFFFFF">
                  <a:alpha val="0"/>
                </a:srgbClr>
              </a:solid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i="1" lang="en-US" sz="1100">
                    <a:solidFill>
                      <a:srgbClr val="000000"/>
                    </a:solidFill>
                    <a:latin typeface="Calibri"/>
                    <a:ea typeface="Calibri"/>
                    <a:cs typeface="Calibri"/>
                    <a:sym typeface="Calibri"/>
                  </a:rPr>
                  <a:t>θ</a:t>
                </a:r>
                <a:endParaRPr sz="1100">
                  <a:solidFill>
                    <a:srgbClr val="000000"/>
                  </a:solidFill>
                  <a:latin typeface="Calibri"/>
                  <a:ea typeface="Calibri"/>
                  <a:cs typeface="Calibri"/>
                  <a:sym typeface="Calibri"/>
                </a:endParaRPr>
              </a:p>
            </p:txBody>
          </p:sp>
          <p:sp>
            <p:nvSpPr>
              <p:cNvPr id="157" name="Google Shape;157;p15"/>
              <p:cNvSpPr/>
              <p:nvPr/>
            </p:nvSpPr>
            <p:spPr>
              <a:xfrm>
                <a:off x="5494845" y="3623041"/>
                <a:ext cx="140100" cy="526500"/>
              </a:xfrm>
              <a:prstGeom prst="leftBrace">
                <a:avLst>
                  <a:gd fmla="val 33101" name="adj1"/>
                  <a:gd fmla="val 50000" name="adj2"/>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 name="Google Shape;158;p15"/>
              <p:cNvSpPr txBox="1"/>
              <p:nvPr/>
            </p:nvSpPr>
            <p:spPr>
              <a:xfrm>
                <a:off x="5709903" y="3933776"/>
                <a:ext cx="216900" cy="120000"/>
              </a:xfrm>
              <a:prstGeom prst="rect">
                <a:avLst/>
              </a:prstGeom>
              <a:solidFill>
                <a:srgbClr val="FFFFFF">
                  <a:alpha val="0"/>
                </a:srgbClr>
              </a:solid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i="1" lang="en-US" sz="1100">
                    <a:solidFill>
                      <a:srgbClr val="000000"/>
                    </a:solidFill>
                    <a:latin typeface="Calibri"/>
                    <a:ea typeface="Calibri"/>
                    <a:cs typeface="Calibri"/>
                    <a:sym typeface="Calibri"/>
                  </a:rPr>
                  <a:t>θ</a:t>
                </a:r>
                <a:endParaRPr sz="1100">
                  <a:solidFill>
                    <a:srgbClr val="000000"/>
                  </a:solidFill>
                  <a:latin typeface="Calibri"/>
                  <a:ea typeface="Calibri"/>
                  <a:cs typeface="Calibri"/>
                  <a:sym typeface="Calibri"/>
                </a:endParaRPr>
              </a:p>
            </p:txBody>
          </p:sp>
          <p:cxnSp>
            <p:nvCxnSpPr>
              <p:cNvPr id="159" name="Google Shape;159;p15"/>
              <p:cNvCxnSpPr/>
              <p:nvPr/>
            </p:nvCxnSpPr>
            <p:spPr>
              <a:xfrm>
                <a:off x="4921971" y="4148513"/>
                <a:ext cx="839700" cy="900"/>
              </a:xfrm>
              <a:prstGeom prst="straightConnector1">
                <a:avLst/>
              </a:prstGeom>
              <a:noFill/>
              <a:ln cap="flat" cmpd="sng" w="12700">
                <a:solidFill>
                  <a:srgbClr val="0C0C0C"/>
                </a:solidFill>
                <a:prstDash val="solid"/>
                <a:round/>
                <a:headEnd len="med" w="med" type="none"/>
                <a:tailEnd len="med" w="med" type="none"/>
              </a:ln>
            </p:spPr>
          </p:cxnSp>
          <p:sp>
            <p:nvSpPr>
              <p:cNvPr id="160" name="Google Shape;160;p15"/>
              <p:cNvSpPr txBox="1"/>
              <p:nvPr/>
            </p:nvSpPr>
            <p:spPr>
              <a:xfrm>
                <a:off x="5634934" y="2175378"/>
                <a:ext cx="539700" cy="24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000000"/>
                    </a:solidFill>
                    <a:latin typeface="Calibri"/>
                    <a:ea typeface="Calibri"/>
                    <a:cs typeface="Calibri"/>
                    <a:sym typeface="Calibri"/>
                  </a:rPr>
                  <a:t>Slit</a:t>
                </a:r>
                <a:endParaRPr sz="1500">
                  <a:solidFill>
                    <a:srgbClr val="000000"/>
                  </a:solidFill>
                  <a:latin typeface="Calibri"/>
                  <a:ea typeface="Calibri"/>
                  <a:cs typeface="Calibri"/>
                  <a:sym typeface="Calibri"/>
                </a:endParaRPr>
              </a:p>
            </p:txBody>
          </p:sp>
          <p:sp>
            <p:nvSpPr>
              <p:cNvPr id="161" name="Google Shape;161;p15"/>
              <p:cNvSpPr txBox="1"/>
              <p:nvPr/>
            </p:nvSpPr>
            <p:spPr>
              <a:xfrm>
                <a:off x="8758116" y="2192983"/>
                <a:ext cx="764400" cy="24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000000"/>
                    </a:solidFill>
                    <a:latin typeface="Calibri"/>
                    <a:ea typeface="Calibri"/>
                    <a:cs typeface="Calibri"/>
                    <a:sym typeface="Calibri"/>
                  </a:rPr>
                  <a:t>Screen</a:t>
                </a:r>
                <a:endParaRPr sz="1500">
                  <a:solidFill>
                    <a:srgbClr val="000000"/>
                  </a:solidFill>
                  <a:latin typeface="Calibri"/>
                  <a:ea typeface="Calibri"/>
                  <a:cs typeface="Calibri"/>
                  <a:sym typeface="Calibri"/>
                </a:endParaRPr>
              </a:p>
            </p:txBody>
          </p:sp>
          <p:sp>
            <p:nvSpPr>
              <p:cNvPr id="162" name="Google Shape;162;p15"/>
              <p:cNvSpPr txBox="1"/>
              <p:nvPr/>
            </p:nvSpPr>
            <p:spPr>
              <a:xfrm>
                <a:off x="5167747" y="3836452"/>
                <a:ext cx="539700" cy="183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000000"/>
                    </a:solidFill>
                    <a:latin typeface="Calibri"/>
                    <a:ea typeface="Calibri"/>
                    <a:cs typeface="Calibri"/>
                    <a:sym typeface="Calibri"/>
                  </a:rPr>
                  <a:t>d/2</a:t>
                </a:r>
                <a:endParaRPr sz="1000">
                  <a:solidFill>
                    <a:srgbClr val="000000"/>
                  </a:solidFill>
                  <a:latin typeface="Calibri"/>
                  <a:ea typeface="Calibri"/>
                  <a:cs typeface="Calibri"/>
                  <a:sym typeface="Calibri"/>
                </a:endParaRPr>
              </a:p>
            </p:txBody>
          </p:sp>
          <p:sp>
            <p:nvSpPr>
              <p:cNvPr id="163" name="Google Shape;163;p15"/>
              <p:cNvSpPr txBox="1"/>
              <p:nvPr/>
            </p:nvSpPr>
            <p:spPr>
              <a:xfrm>
                <a:off x="5164220" y="4363809"/>
                <a:ext cx="539700" cy="183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000000"/>
                    </a:solidFill>
                    <a:latin typeface="Calibri"/>
                    <a:ea typeface="Calibri"/>
                    <a:cs typeface="Calibri"/>
                    <a:sym typeface="Calibri"/>
                  </a:rPr>
                  <a:t>d/2</a:t>
                </a:r>
                <a:endParaRPr sz="1000">
                  <a:solidFill>
                    <a:srgbClr val="000000"/>
                  </a:solidFill>
                  <a:latin typeface="Calibri"/>
                  <a:ea typeface="Calibri"/>
                  <a:cs typeface="Calibri"/>
                  <a:sym typeface="Calibri"/>
                </a:endParaRPr>
              </a:p>
            </p:txBody>
          </p:sp>
          <p:sp>
            <p:nvSpPr>
              <p:cNvPr id="164" name="Google Shape;164;p15"/>
              <p:cNvSpPr txBox="1"/>
              <p:nvPr/>
            </p:nvSpPr>
            <p:spPr>
              <a:xfrm>
                <a:off x="5547088" y="3371553"/>
                <a:ext cx="330600" cy="24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000000"/>
                    </a:solidFill>
                    <a:latin typeface="Calibri"/>
                    <a:ea typeface="Calibri"/>
                    <a:cs typeface="Calibri"/>
                    <a:sym typeface="Calibri"/>
                  </a:rPr>
                  <a:t>A</a:t>
                </a:r>
                <a:endParaRPr sz="1500">
                  <a:solidFill>
                    <a:srgbClr val="000000"/>
                  </a:solidFill>
                  <a:latin typeface="Calibri"/>
                  <a:ea typeface="Calibri"/>
                  <a:cs typeface="Calibri"/>
                  <a:sym typeface="Calibri"/>
                </a:endParaRPr>
              </a:p>
            </p:txBody>
          </p:sp>
          <p:sp>
            <p:nvSpPr>
              <p:cNvPr id="165" name="Google Shape;165;p15"/>
              <p:cNvSpPr txBox="1"/>
              <p:nvPr/>
            </p:nvSpPr>
            <p:spPr>
              <a:xfrm>
                <a:off x="5530119" y="4622756"/>
                <a:ext cx="330600" cy="24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000000"/>
                    </a:solidFill>
                    <a:latin typeface="Calibri"/>
                    <a:ea typeface="Calibri"/>
                    <a:cs typeface="Calibri"/>
                    <a:sym typeface="Calibri"/>
                  </a:rPr>
                  <a:t>B</a:t>
                </a:r>
                <a:endParaRPr sz="1500">
                  <a:solidFill>
                    <a:srgbClr val="000000"/>
                  </a:solidFill>
                  <a:latin typeface="Calibri"/>
                  <a:ea typeface="Calibri"/>
                  <a:cs typeface="Calibri"/>
                  <a:sym typeface="Calibri"/>
                </a:endParaRPr>
              </a:p>
            </p:txBody>
          </p:sp>
          <p:sp>
            <p:nvSpPr>
              <p:cNvPr id="166" name="Google Shape;166;p15"/>
              <p:cNvSpPr txBox="1"/>
              <p:nvPr/>
            </p:nvSpPr>
            <p:spPr>
              <a:xfrm flipH="1">
                <a:off x="3730102" y="3997164"/>
                <a:ext cx="252900" cy="24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000000"/>
                    </a:solidFill>
                    <a:latin typeface="Calibri"/>
                    <a:ea typeface="Calibri"/>
                    <a:cs typeface="Calibri"/>
                    <a:sym typeface="Calibri"/>
                  </a:rPr>
                  <a:t>S</a:t>
                </a:r>
                <a:endParaRPr sz="1500">
                  <a:solidFill>
                    <a:srgbClr val="000000"/>
                  </a:solidFill>
                  <a:latin typeface="Calibri"/>
                  <a:ea typeface="Calibri"/>
                  <a:cs typeface="Calibri"/>
                  <a:sym typeface="Calibri"/>
                </a:endParaRPr>
              </a:p>
            </p:txBody>
          </p:sp>
          <p:sp>
            <p:nvSpPr>
              <p:cNvPr id="167" name="Google Shape;167;p15"/>
              <p:cNvSpPr txBox="1"/>
              <p:nvPr/>
            </p:nvSpPr>
            <p:spPr>
              <a:xfrm>
                <a:off x="9046761" y="2749360"/>
                <a:ext cx="330600" cy="24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000000"/>
                    </a:solidFill>
                    <a:latin typeface="Calibri"/>
                    <a:ea typeface="Calibri"/>
                    <a:cs typeface="Calibri"/>
                    <a:sym typeface="Calibri"/>
                  </a:rPr>
                  <a:t>Q</a:t>
                </a:r>
                <a:endParaRPr sz="1500">
                  <a:solidFill>
                    <a:srgbClr val="000000"/>
                  </a:solidFill>
                  <a:latin typeface="Calibri"/>
                  <a:ea typeface="Calibri"/>
                  <a:cs typeface="Calibri"/>
                  <a:sym typeface="Calibri"/>
                </a:endParaRPr>
              </a:p>
            </p:txBody>
          </p:sp>
          <p:sp>
            <p:nvSpPr>
              <p:cNvPr id="168" name="Google Shape;168;p15"/>
              <p:cNvSpPr txBox="1"/>
              <p:nvPr/>
            </p:nvSpPr>
            <p:spPr>
              <a:xfrm>
                <a:off x="5986777" y="4502077"/>
                <a:ext cx="330600" cy="24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000000"/>
                    </a:solidFill>
                    <a:latin typeface="Calibri"/>
                    <a:ea typeface="Calibri"/>
                    <a:cs typeface="Calibri"/>
                    <a:sym typeface="Calibri"/>
                  </a:rPr>
                  <a:t>M</a:t>
                </a:r>
                <a:endParaRPr sz="1500">
                  <a:solidFill>
                    <a:srgbClr val="000000"/>
                  </a:solidFill>
                  <a:latin typeface="Calibri"/>
                  <a:ea typeface="Calibri"/>
                  <a:cs typeface="Calibri"/>
                  <a:sym typeface="Calibri"/>
                </a:endParaRPr>
              </a:p>
            </p:txBody>
          </p:sp>
          <p:sp>
            <p:nvSpPr>
              <p:cNvPr id="169" name="Google Shape;169;p15"/>
              <p:cNvSpPr txBox="1"/>
              <p:nvPr/>
            </p:nvSpPr>
            <p:spPr>
              <a:xfrm>
                <a:off x="4690121" y="5966956"/>
                <a:ext cx="474000" cy="24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000000"/>
                    </a:solidFill>
                    <a:latin typeface="Calibri"/>
                    <a:ea typeface="Calibri"/>
                    <a:cs typeface="Calibri"/>
                    <a:sym typeface="Calibri"/>
                  </a:rPr>
                  <a:t>L1</a:t>
                </a:r>
                <a:endParaRPr sz="1500">
                  <a:solidFill>
                    <a:srgbClr val="000000"/>
                  </a:solidFill>
                  <a:latin typeface="Calibri"/>
                  <a:ea typeface="Calibri"/>
                  <a:cs typeface="Calibri"/>
                  <a:sym typeface="Calibri"/>
                </a:endParaRPr>
              </a:p>
            </p:txBody>
          </p:sp>
          <p:sp>
            <p:nvSpPr>
              <p:cNvPr id="170" name="Google Shape;170;p15"/>
              <p:cNvSpPr txBox="1"/>
              <p:nvPr/>
            </p:nvSpPr>
            <p:spPr>
              <a:xfrm>
                <a:off x="7168659" y="5972787"/>
                <a:ext cx="474000" cy="240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000000"/>
                    </a:solidFill>
                    <a:latin typeface="Calibri"/>
                    <a:ea typeface="Calibri"/>
                    <a:cs typeface="Calibri"/>
                    <a:sym typeface="Calibri"/>
                  </a:rPr>
                  <a:t>L2</a:t>
                </a:r>
                <a:endParaRPr sz="1500">
                  <a:solidFill>
                    <a:srgbClr val="000000"/>
                  </a:solidFill>
                  <a:latin typeface="Calibri"/>
                  <a:ea typeface="Calibri"/>
                  <a:cs typeface="Calibri"/>
                  <a:sym typeface="Calibri"/>
                </a:endParaRPr>
              </a:p>
            </p:txBody>
          </p:sp>
        </p:grpSp>
      </p:grpSp>
      <p:grpSp>
        <p:nvGrpSpPr>
          <p:cNvPr id="171" name="Google Shape;171;p15"/>
          <p:cNvGrpSpPr/>
          <p:nvPr/>
        </p:nvGrpSpPr>
        <p:grpSpPr>
          <a:xfrm>
            <a:off x="1571557" y="3994184"/>
            <a:ext cx="7217663" cy="5528675"/>
            <a:chOff x="2746800" y="1357919"/>
            <a:chExt cx="5556750" cy="4629606"/>
          </a:xfrm>
        </p:grpSpPr>
        <p:sp>
          <p:nvSpPr>
            <p:cNvPr id="172" name="Google Shape;172;p15"/>
            <p:cNvSpPr/>
            <p:nvPr/>
          </p:nvSpPr>
          <p:spPr>
            <a:xfrm>
              <a:off x="2746800" y="1357925"/>
              <a:ext cx="5523900" cy="4629600"/>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173" name="Google Shape;173;p15"/>
            <p:cNvGrpSpPr/>
            <p:nvPr/>
          </p:nvGrpSpPr>
          <p:grpSpPr>
            <a:xfrm>
              <a:off x="2746802" y="1357919"/>
              <a:ext cx="5556748" cy="4576931"/>
              <a:chOff x="2444952" y="65994"/>
              <a:chExt cx="5556748" cy="4576931"/>
            </a:xfrm>
          </p:grpSpPr>
          <p:cxnSp>
            <p:nvCxnSpPr>
              <p:cNvPr id="174" name="Google Shape;174;p15"/>
              <p:cNvCxnSpPr/>
              <p:nvPr/>
            </p:nvCxnSpPr>
            <p:spPr>
              <a:xfrm>
                <a:off x="3480098" y="2211419"/>
                <a:ext cx="3127200" cy="7800"/>
              </a:xfrm>
              <a:prstGeom prst="straightConnector1">
                <a:avLst/>
              </a:prstGeom>
              <a:noFill/>
              <a:ln cap="flat" cmpd="sng" w="19050">
                <a:solidFill>
                  <a:srgbClr val="000000"/>
                </a:solidFill>
                <a:prstDash val="dash"/>
                <a:miter lim="800000"/>
                <a:headEnd len="sm" w="sm" type="none"/>
                <a:tailEnd len="sm" w="sm" type="none"/>
              </a:ln>
            </p:spPr>
          </p:cxnSp>
          <p:cxnSp>
            <p:nvCxnSpPr>
              <p:cNvPr id="175" name="Google Shape;175;p15"/>
              <p:cNvCxnSpPr/>
              <p:nvPr/>
            </p:nvCxnSpPr>
            <p:spPr>
              <a:xfrm flipH="1" rot="10800000">
                <a:off x="3419384" y="314920"/>
                <a:ext cx="3234600" cy="1638300"/>
              </a:xfrm>
              <a:prstGeom prst="straightConnector1">
                <a:avLst/>
              </a:prstGeom>
              <a:noFill/>
              <a:ln cap="flat" cmpd="sng" w="9525">
                <a:solidFill>
                  <a:srgbClr val="000000"/>
                </a:solidFill>
                <a:prstDash val="solid"/>
                <a:round/>
                <a:headEnd len="sm" w="sm" type="none"/>
                <a:tailEnd len="med" w="med" type="triangle"/>
              </a:ln>
            </p:spPr>
          </p:cxnSp>
          <p:cxnSp>
            <p:nvCxnSpPr>
              <p:cNvPr id="176" name="Google Shape;176;p15"/>
              <p:cNvCxnSpPr/>
              <p:nvPr/>
            </p:nvCxnSpPr>
            <p:spPr>
              <a:xfrm>
                <a:off x="6653840" y="156355"/>
                <a:ext cx="0" cy="4233600"/>
              </a:xfrm>
              <a:prstGeom prst="straightConnector1">
                <a:avLst/>
              </a:prstGeom>
              <a:noFill/>
              <a:ln cap="flat" cmpd="sng" w="76200">
                <a:solidFill>
                  <a:srgbClr val="7F7F7F"/>
                </a:solidFill>
                <a:prstDash val="solid"/>
                <a:miter lim="800000"/>
                <a:headEnd len="sm" w="sm" type="none"/>
                <a:tailEnd len="sm" w="sm" type="none"/>
              </a:ln>
            </p:spPr>
          </p:cxnSp>
          <p:sp>
            <p:nvSpPr>
              <p:cNvPr id="177" name="Google Shape;177;p15"/>
              <p:cNvSpPr/>
              <p:nvPr/>
            </p:nvSpPr>
            <p:spPr>
              <a:xfrm rot="5400000">
                <a:off x="2963676" y="1306179"/>
                <a:ext cx="1097420" cy="196948"/>
              </a:xfrm>
              <a:custGeom>
                <a:rect b="b" l="l" r="r" t="t"/>
                <a:pathLst>
                  <a:path extrusionOk="0" h="196948" w="1631852">
                    <a:moveTo>
                      <a:pt x="0" y="0"/>
                    </a:moveTo>
                    <a:lnTo>
                      <a:pt x="1320204" y="14066"/>
                    </a:lnTo>
                    <a:lnTo>
                      <a:pt x="1467734" y="98475"/>
                    </a:lnTo>
                    <a:lnTo>
                      <a:pt x="1631852" y="196948"/>
                    </a:lnTo>
                    <a:lnTo>
                      <a:pt x="0" y="182880"/>
                    </a:lnTo>
                    <a:lnTo>
                      <a:pt x="0" y="0"/>
                    </a:lnTo>
                    <a:close/>
                  </a:path>
                </a:pathLst>
              </a:custGeom>
              <a:solidFill>
                <a:srgbClr val="993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178" name="Google Shape;178;p15"/>
              <p:cNvCxnSpPr/>
              <p:nvPr/>
            </p:nvCxnSpPr>
            <p:spPr>
              <a:xfrm flipH="1" rot="10800000">
                <a:off x="3480098" y="319546"/>
                <a:ext cx="3134100" cy="1894500"/>
              </a:xfrm>
              <a:prstGeom prst="straightConnector1">
                <a:avLst/>
              </a:prstGeom>
              <a:noFill/>
              <a:ln cap="flat" cmpd="sng" w="9525">
                <a:solidFill>
                  <a:srgbClr val="000000"/>
                </a:solidFill>
                <a:prstDash val="solid"/>
                <a:miter lim="800000"/>
                <a:headEnd len="sm" w="sm" type="none"/>
                <a:tailEnd len="sm" w="sm" type="none"/>
              </a:ln>
            </p:spPr>
          </p:cxnSp>
          <p:cxnSp>
            <p:nvCxnSpPr>
              <p:cNvPr id="179" name="Google Shape;179;p15"/>
              <p:cNvCxnSpPr/>
              <p:nvPr/>
            </p:nvCxnSpPr>
            <p:spPr>
              <a:xfrm>
                <a:off x="2797020" y="2211419"/>
                <a:ext cx="648900" cy="331800"/>
              </a:xfrm>
              <a:prstGeom prst="straightConnector1">
                <a:avLst/>
              </a:prstGeom>
              <a:noFill/>
              <a:ln cap="flat" cmpd="sng" w="19050">
                <a:solidFill>
                  <a:srgbClr val="000000"/>
                </a:solidFill>
                <a:prstDash val="solid"/>
                <a:miter lim="800000"/>
                <a:headEnd len="sm" w="sm" type="none"/>
                <a:tailEnd len="med" w="med" type="triangle"/>
              </a:ln>
            </p:spPr>
          </p:cxnSp>
          <p:cxnSp>
            <p:nvCxnSpPr>
              <p:cNvPr id="180" name="Google Shape;180;p15"/>
              <p:cNvCxnSpPr>
                <a:stCxn id="181" idx="1"/>
              </p:cNvCxnSpPr>
              <p:nvPr/>
            </p:nvCxnSpPr>
            <p:spPr>
              <a:xfrm flipH="1" rot="10800000">
                <a:off x="3423635" y="335516"/>
                <a:ext cx="3183900" cy="2207700"/>
              </a:xfrm>
              <a:prstGeom prst="straightConnector1">
                <a:avLst/>
              </a:prstGeom>
              <a:noFill/>
              <a:ln cap="flat" cmpd="sng" w="9525">
                <a:solidFill>
                  <a:srgbClr val="000000"/>
                </a:solidFill>
                <a:prstDash val="solid"/>
                <a:miter lim="800000"/>
                <a:headEnd len="sm" w="sm" type="none"/>
                <a:tailEnd len="sm" w="sm" type="none"/>
              </a:ln>
            </p:spPr>
          </p:cxnSp>
          <p:cxnSp>
            <p:nvCxnSpPr>
              <p:cNvPr id="182" name="Google Shape;182;p15"/>
              <p:cNvCxnSpPr/>
              <p:nvPr/>
            </p:nvCxnSpPr>
            <p:spPr>
              <a:xfrm>
                <a:off x="2797020" y="2211887"/>
                <a:ext cx="683100" cy="7200"/>
              </a:xfrm>
              <a:prstGeom prst="straightConnector1">
                <a:avLst/>
              </a:prstGeom>
              <a:noFill/>
              <a:ln cap="flat" cmpd="sng" w="19050">
                <a:solidFill>
                  <a:srgbClr val="000000"/>
                </a:solidFill>
                <a:prstDash val="solid"/>
                <a:miter lim="800000"/>
                <a:headEnd len="sm" w="sm" type="none"/>
                <a:tailEnd len="med" w="med" type="triangle"/>
              </a:ln>
            </p:spPr>
          </p:cxnSp>
          <p:cxnSp>
            <p:nvCxnSpPr>
              <p:cNvPr id="183" name="Google Shape;183;p15"/>
              <p:cNvCxnSpPr/>
              <p:nvPr/>
            </p:nvCxnSpPr>
            <p:spPr>
              <a:xfrm flipH="1" rot="10800000">
                <a:off x="2797020" y="1946219"/>
                <a:ext cx="654600" cy="265200"/>
              </a:xfrm>
              <a:prstGeom prst="straightConnector1">
                <a:avLst/>
              </a:prstGeom>
              <a:noFill/>
              <a:ln cap="flat" cmpd="sng" w="19050">
                <a:solidFill>
                  <a:srgbClr val="000000"/>
                </a:solidFill>
                <a:prstDash val="solid"/>
                <a:miter lim="800000"/>
                <a:headEnd len="sm" w="sm" type="none"/>
                <a:tailEnd len="med" w="med" type="triangle"/>
              </a:ln>
            </p:spPr>
          </p:cxnSp>
          <p:sp>
            <p:nvSpPr>
              <p:cNvPr id="184" name="Google Shape;184;p15"/>
              <p:cNvSpPr txBox="1"/>
              <p:nvPr/>
            </p:nvSpPr>
            <p:spPr>
              <a:xfrm>
                <a:off x="3259212" y="3684157"/>
                <a:ext cx="694500" cy="27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993300"/>
                    </a:solidFill>
                    <a:latin typeface="Calibri"/>
                    <a:ea typeface="Calibri"/>
                    <a:cs typeface="Calibri"/>
                    <a:sym typeface="Calibri"/>
                  </a:rPr>
                  <a:t>Slit</a:t>
                </a:r>
                <a:endParaRPr sz="1500">
                  <a:solidFill>
                    <a:srgbClr val="993300"/>
                  </a:solidFill>
                  <a:latin typeface="Calibri"/>
                  <a:ea typeface="Calibri"/>
                  <a:cs typeface="Calibri"/>
                  <a:sym typeface="Calibri"/>
                </a:endParaRPr>
              </a:p>
            </p:txBody>
          </p:sp>
          <p:sp>
            <p:nvSpPr>
              <p:cNvPr id="185" name="Google Shape;185;p15"/>
              <p:cNvSpPr txBox="1"/>
              <p:nvPr/>
            </p:nvSpPr>
            <p:spPr>
              <a:xfrm>
                <a:off x="6393755" y="65994"/>
                <a:ext cx="393900" cy="27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000000"/>
                    </a:solidFill>
                    <a:latin typeface="Calibri"/>
                    <a:ea typeface="Calibri"/>
                    <a:cs typeface="Calibri"/>
                    <a:sym typeface="Calibri"/>
                  </a:rPr>
                  <a:t>P</a:t>
                </a:r>
                <a:endParaRPr sz="1500">
                  <a:solidFill>
                    <a:srgbClr val="000000"/>
                  </a:solidFill>
                  <a:latin typeface="Calibri"/>
                  <a:ea typeface="Calibri"/>
                  <a:cs typeface="Calibri"/>
                  <a:sym typeface="Calibri"/>
                </a:endParaRPr>
              </a:p>
            </p:txBody>
          </p:sp>
          <p:sp>
            <p:nvSpPr>
              <p:cNvPr id="186" name="Google Shape;186;p15"/>
              <p:cNvSpPr txBox="1"/>
              <p:nvPr/>
            </p:nvSpPr>
            <p:spPr>
              <a:xfrm>
                <a:off x="6656831" y="2057577"/>
                <a:ext cx="393900" cy="27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000000"/>
                    </a:solidFill>
                    <a:latin typeface="Calibri"/>
                    <a:ea typeface="Calibri"/>
                    <a:cs typeface="Calibri"/>
                    <a:sym typeface="Calibri"/>
                  </a:rPr>
                  <a:t>Po</a:t>
                </a:r>
                <a:endParaRPr sz="1500">
                  <a:solidFill>
                    <a:srgbClr val="000000"/>
                  </a:solidFill>
                  <a:latin typeface="Calibri"/>
                  <a:ea typeface="Calibri"/>
                  <a:cs typeface="Calibri"/>
                  <a:sym typeface="Calibri"/>
                </a:endParaRPr>
              </a:p>
            </p:txBody>
          </p:sp>
          <p:sp>
            <p:nvSpPr>
              <p:cNvPr id="187" name="Google Shape;187;p15"/>
              <p:cNvSpPr txBox="1"/>
              <p:nvPr/>
            </p:nvSpPr>
            <p:spPr>
              <a:xfrm>
                <a:off x="6974800" y="1765350"/>
                <a:ext cx="1026900" cy="85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0000"/>
                    </a:solidFill>
                    <a:latin typeface="Calibri"/>
                    <a:ea typeface="Calibri"/>
                    <a:cs typeface="Calibri"/>
                    <a:sym typeface="Calibri"/>
                  </a:rPr>
                  <a:t>From </a:t>
                </a:r>
                <a:endParaRPr/>
              </a:p>
              <a:p>
                <a:pPr indent="0" lvl="0" marL="0" marR="0" rtl="0" algn="l">
                  <a:spcBef>
                    <a:spcPts val="0"/>
                  </a:spcBef>
                  <a:spcAft>
                    <a:spcPts val="0"/>
                  </a:spcAft>
                  <a:buNone/>
                </a:pPr>
                <a:r>
                  <a:rPr b="1" lang="en-US" sz="2000">
                    <a:solidFill>
                      <a:srgbClr val="000000"/>
                    </a:solidFill>
                    <a:latin typeface="Calibri"/>
                    <a:ea typeface="Calibri"/>
                    <a:cs typeface="Calibri"/>
                    <a:sym typeface="Calibri"/>
                  </a:rPr>
                  <a:t>Distant</a:t>
                </a:r>
                <a:endParaRPr/>
              </a:p>
              <a:p>
                <a:pPr indent="0" lvl="0" marL="0" marR="0" rtl="0" algn="l">
                  <a:spcBef>
                    <a:spcPts val="0"/>
                  </a:spcBef>
                  <a:spcAft>
                    <a:spcPts val="0"/>
                  </a:spcAft>
                  <a:buNone/>
                </a:pPr>
                <a:r>
                  <a:rPr b="1" lang="en-US" sz="2000">
                    <a:solidFill>
                      <a:srgbClr val="000000"/>
                    </a:solidFill>
                    <a:latin typeface="Calibri"/>
                    <a:ea typeface="Calibri"/>
                    <a:cs typeface="Calibri"/>
                    <a:sym typeface="Calibri"/>
                  </a:rPr>
                  <a:t>Source</a:t>
                </a:r>
                <a:endParaRPr b="1" sz="2000">
                  <a:solidFill>
                    <a:srgbClr val="000000"/>
                  </a:solidFill>
                  <a:latin typeface="Calibri"/>
                  <a:ea typeface="Calibri"/>
                  <a:cs typeface="Calibri"/>
                  <a:sym typeface="Calibri"/>
                </a:endParaRPr>
              </a:p>
            </p:txBody>
          </p:sp>
          <p:sp>
            <p:nvSpPr>
              <p:cNvPr id="188" name="Google Shape;188;p15"/>
              <p:cNvSpPr txBox="1"/>
              <p:nvPr/>
            </p:nvSpPr>
            <p:spPr>
              <a:xfrm>
                <a:off x="6289414" y="4372325"/>
                <a:ext cx="1026900" cy="27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3A3838"/>
                    </a:solidFill>
                    <a:latin typeface="Calibri"/>
                    <a:ea typeface="Calibri"/>
                    <a:cs typeface="Calibri"/>
                    <a:sym typeface="Calibri"/>
                  </a:rPr>
                  <a:t>Screen</a:t>
                </a:r>
                <a:endParaRPr sz="1500">
                  <a:solidFill>
                    <a:srgbClr val="3A3838"/>
                  </a:solidFill>
                  <a:latin typeface="Calibri"/>
                  <a:ea typeface="Calibri"/>
                  <a:cs typeface="Calibri"/>
                  <a:sym typeface="Calibri"/>
                </a:endParaRPr>
              </a:p>
            </p:txBody>
          </p:sp>
          <p:sp>
            <p:nvSpPr>
              <p:cNvPr id="181" name="Google Shape;181;p15"/>
              <p:cNvSpPr/>
              <p:nvPr/>
            </p:nvSpPr>
            <p:spPr>
              <a:xfrm rot="-5400000">
                <a:off x="2937502" y="3015133"/>
                <a:ext cx="1141089" cy="196958"/>
              </a:xfrm>
              <a:custGeom>
                <a:rect b="b" l="l" r="r" t="t"/>
                <a:pathLst>
                  <a:path extrusionOk="0" h="196958" w="1696787">
                    <a:moveTo>
                      <a:pt x="0" y="0"/>
                    </a:moveTo>
                    <a:lnTo>
                      <a:pt x="1696787" y="14067"/>
                    </a:lnTo>
                    <a:lnTo>
                      <a:pt x="1436351" y="182883"/>
                    </a:lnTo>
                    <a:lnTo>
                      <a:pt x="1401717" y="196958"/>
                    </a:lnTo>
                    <a:lnTo>
                      <a:pt x="0" y="182880"/>
                    </a:lnTo>
                    <a:lnTo>
                      <a:pt x="0" y="0"/>
                    </a:lnTo>
                    <a:close/>
                  </a:path>
                </a:pathLst>
              </a:custGeom>
              <a:solidFill>
                <a:srgbClr val="993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189" name="Google Shape;189;p15"/>
              <p:cNvSpPr/>
              <p:nvPr/>
            </p:nvSpPr>
            <p:spPr>
              <a:xfrm>
                <a:off x="2697858" y="2153315"/>
                <a:ext cx="140100" cy="1317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0" name="Google Shape;190;p15"/>
              <p:cNvSpPr txBox="1"/>
              <p:nvPr/>
            </p:nvSpPr>
            <p:spPr>
              <a:xfrm flipH="1">
                <a:off x="2444952" y="2053727"/>
                <a:ext cx="252900" cy="27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000000"/>
                    </a:solidFill>
                    <a:latin typeface="Calibri"/>
                    <a:ea typeface="Calibri"/>
                    <a:cs typeface="Calibri"/>
                    <a:sym typeface="Calibri"/>
                  </a:rPr>
                  <a:t>S</a:t>
                </a:r>
                <a:endParaRPr sz="1500">
                  <a:solidFill>
                    <a:srgbClr val="000000"/>
                  </a:solidFill>
                  <a:latin typeface="Calibri"/>
                  <a:ea typeface="Calibri"/>
                  <a:cs typeface="Calibri"/>
                  <a:sym typeface="Calibri"/>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1000"/>
                                        <p:tgtEl>
                                          <p:spTgt spid="11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1000"/>
                                        <p:tgtEl>
                                          <p:spTgt spid="1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5457"/>
        </a:solidFill>
      </p:bgPr>
    </p:bg>
    <p:spTree>
      <p:nvGrpSpPr>
        <p:cNvPr id="194" name="Shape 194"/>
        <p:cNvGrpSpPr/>
        <p:nvPr/>
      </p:nvGrpSpPr>
      <p:grpSpPr>
        <a:xfrm>
          <a:off x="0" y="0"/>
          <a:ext cx="0" cy="0"/>
          <a:chOff x="0" y="0"/>
          <a:chExt cx="0" cy="0"/>
        </a:xfrm>
      </p:grpSpPr>
      <p:pic>
        <p:nvPicPr>
          <p:cNvPr id="195" name="Google Shape;195;p16"/>
          <p:cNvPicPr preferRelativeResize="0"/>
          <p:nvPr/>
        </p:nvPicPr>
        <p:blipFill rotWithShape="1">
          <a:blip r:embed="rId3">
            <a:alphaModFix/>
          </a:blip>
          <a:srcRect b="0" l="0" r="0" t="0"/>
          <a:stretch/>
        </p:blipFill>
        <p:spPr>
          <a:xfrm rot="674366">
            <a:off x="19001300" y="-439292"/>
            <a:ext cx="878774" cy="4517062"/>
          </a:xfrm>
          <a:prstGeom prst="rect">
            <a:avLst/>
          </a:prstGeom>
          <a:noFill/>
          <a:ln>
            <a:noFill/>
          </a:ln>
        </p:spPr>
      </p:pic>
      <p:pic>
        <p:nvPicPr>
          <p:cNvPr id="196" name="Google Shape;196;p16"/>
          <p:cNvPicPr preferRelativeResize="0"/>
          <p:nvPr/>
        </p:nvPicPr>
        <p:blipFill rotWithShape="1">
          <a:blip r:embed="rId4">
            <a:alphaModFix/>
          </a:blip>
          <a:srcRect b="0" l="0" r="0" t="0"/>
          <a:stretch/>
        </p:blipFill>
        <p:spPr>
          <a:xfrm rot="-1279955">
            <a:off x="-2916346" y="6704687"/>
            <a:ext cx="1494028" cy="4980093"/>
          </a:xfrm>
          <a:prstGeom prst="rect">
            <a:avLst/>
          </a:prstGeom>
          <a:noFill/>
          <a:ln>
            <a:noFill/>
          </a:ln>
        </p:spPr>
      </p:pic>
      <p:pic>
        <p:nvPicPr>
          <p:cNvPr id="197" name="Google Shape;197;p16"/>
          <p:cNvPicPr preferRelativeResize="0"/>
          <p:nvPr/>
        </p:nvPicPr>
        <p:blipFill rotWithShape="1">
          <a:blip r:embed="rId5">
            <a:alphaModFix/>
          </a:blip>
          <a:srcRect b="0" l="0" r="0" t="0"/>
          <a:stretch/>
        </p:blipFill>
        <p:spPr>
          <a:xfrm rot="2949039">
            <a:off x="-4940300" y="2705011"/>
            <a:ext cx="4517152" cy="1683665"/>
          </a:xfrm>
          <a:prstGeom prst="rect">
            <a:avLst/>
          </a:prstGeom>
          <a:noFill/>
          <a:ln>
            <a:noFill/>
          </a:ln>
        </p:spPr>
      </p:pic>
      <p:pic>
        <p:nvPicPr>
          <p:cNvPr id="198" name="Google Shape;198;p16"/>
          <p:cNvPicPr preferRelativeResize="0"/>
          <p:nvPr/>
        </p:nvPicPr>
        <p:blipFill rotWithShape="1">
          <a:blip r:embed="rId6">
            <a:alphaModFix/>
          </a:blip>
          <a:srcRect b="0" l="0" r="0" t="0"/>
          <a:stretch/>
        </p:blipFill>
        <p:spPr>
          <a:xfrm rot="1077820">
            <a:off x="-4212857" y="5122283"/>
            <a:ext cx="2117252" cy="4114800"/>
          </a:xfrm>
          <a:prstGeom prst="rect">
            <a:avLst/>
          </a:prstGeom>
          <a:noFill/>
          <a:ln>
            <a:noFill/>
          </a:ln>
        </p:spPr>
      </p:pic>
      <p:pic>
        <p:nvPicPr>
          <p:cNvPr id="199" name="Google Shape;199;p16"/>
          <p:cNvPicPr preferRelativeResize="0"/>
          <p:nvPr/>
        </p:nvPicPr>
        <p:blipFill rotWithShape="1">
          <a:blip r:embed="rId7">
            <a:alphaModFix/>
          </a:blip>
          <a:srcRect b="0" l="0" r="0" t="0"/>
          <a:stretch/>
        </p:blipFill>
        <p:spPr>
          <a:xfrm rot="-980642">
            <a:off x="19639409" y="3573095"/>
            <a:ext cx="2655916" cy="4114800"/>
          </a:xfrm>
          <a:prstGeom prst="rect">
            <a:avLst/>
          </a:prstGeom>
          <a:noFill/>
          <a:ln>
            <a:noFill/>
          </a:ln>
        </p:spPr>
      </p:pic>
      <p:pic>
        <p:nvPicPr>
          <p:cNvPr id="200" name="Google Shape;200;p16"/>
          <p:cNvPicPr preferRelativeResize="0"/>
          <p:nvPr/>
        </p:nvPicPr>
        <p:blipFill rotWithShape="1">
          <a:blip r:embed="rId8">
            <a:alphaModFix/>
          </a:blip>
          <a:srcRect b="0" l="0" r="0" t="0"/>
          <a:stretch/>
        </p:blipFill>
        <p:spPr>
          <a:xfrm rot="-6139790">
            <a:off x="17960492" y="9758659"/>
            <a:ext cx="5499427" cy="659931"/>
          </a:xfrm>
          <a:prstGeom prst="rect">
            <a:avLst/>
          </a:prstGeom>
          <a:noFill/>
          <a:ln>
            <a:noFill/>
          </a:ln>
        </p:spPr>
      </p:pic>
      <p:sp>
        <p:nvSpPr>
          <p:cNvPr id="201" name="Google Shape;201;p16"/>
          <p:cNvSpPr txBox="1"/>
          <p:nvPr/>
        </p:nvSpPr>
        <p:spPr>
          <a:xfrm>
            <a:off x="561100" y="1654400"/>
            <a:ext cx="163830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2300">
                <a:solidFill>
                  <a:schemeClr val="lt1"/>
                </a:solidFill>
                <a:latin typeface="Poppins"/>
                <a:ea typeface="Poppins"/>
                <a:cs typeface="Poppins"/>
                <a:sym typeface="Poppins"/>
              </a:rPr>
              <a:t>Basically, the diffraction phenomenon has two main ty</a:t>
            </a:r>
            <a:r>
              <a:rPr lang="en-US" sz="2300">
                <a:solidFill>
                  <a:schemeClr val="lt1"/>
                </a:solidFill>
                <a:latin typeface="Poppins"/>
                <a:ea typeface="Poppins"/>
                <a:cs typeface="Poppins"/>
                <a:sym typeface="Poppins"/>
              </a:rPr>
              <a:t>pes: </a:t>
            </a:r>
            <a:endParaRPr sz="2300">
              <a:solidFill>
                <a:schemeClr val="lt1"/>
              </a:solidFill>
              <a:latin typeface="Poppins"/>
              <a:ea typeface="Poppins"/>
              <a:cs typeface="Poppins"/>
              <a:sym typeface="Poppins"/>
            </a:endParaRPr>
          </a:p>
        </p:txBody>
      </p:sp>
      <p:sp>
        <p:nvSpPr>
          <p:cNvPr id="202" name="Google Shape;202;p16"/>
          <p:cNvSpPr txBox="1"/>
          <p:nvPr/>
        </p:nvSpPr>
        <p:spPr>
          <a:xfrm>
            <a:off x="1000050" y="130700"/>
            <a:ext cx="16287900" cy="144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8200">
                <a:solidFill>
                  <a:schemeClr val="lt1"/>
                </a:solidFill>
                <a:latin typeface="Poppins"/>
                <a:ea typeface="Poppins"/>
                <a:cs typeface="Poppins"/>
                <a:sym typeface="Poppins"/>
              </a:rPr>
              <a:t>Fresnel &amp; Fraunhofer</a:t>
            </a:r>
            <a:endParaRPr b="1" sz="8200">
              <a:solidFill>
                <a:schemeClr val="lt1"/>
              </a:solidFill>
              <a:latin typeface="Poppins"/>
              <a:ea typeface="Poppins"/>
              <a:cs typeface="Poppins"/>
              <a:sym typeface="Poppins"/>
            </a:endParaRPr>
          </a:p>
        </p:txBody>
      </p:sp>
      <p:graphicFrame>
        <p:nvGraphicFramePr>
          <p:cNvPr id="203" name="Google Shape;203;p16"/>
          <p:cNvGraphicFramePr/>
          <p:nvPr/>
        </p:nvGraphicFramePr>
        <p:xfrm>
          <a:off x="1014388" y="6085415"/>
          <a:ext cx="3000000" cy="3000000"/>
        </p:xfrm>
        <a:graphic>
          <a:graphicData uri="http://schemas.openxmlformats.org/drawingml/2006/table">
            <a:tbl>
              <a:tblPr>
                <a:noFill/>
                <a:tableStyleId>{E9B3C32A-864D-4639-B49A-5EBB2B7BA7D1}</a:tableStyleId>
              </a:tblPr>
              <a:tblGrid>
                <a:gridCol w="8150550"/>
                <a:gridCol w="8137350"/>
              </a:tblGrid>
              <a:tr h="518125">
                <a:tc>
                  <a:txBody>
                    <a:bodyPr/>
                    <a:lstStyle/>
                    <a:p>
                      <a:pPr indent="0" lvl="0" marL="0" rtl="0" algn="ctr">
                        <a:spcBef>
                          <a:spcPts val="0"/>
                        </a:spcBef>
                        <a:spcAft>
                          <a:spcPts val="0"/>
                        </a:spcAft>
                        <a:buNone/>
                      </a:pPr>
                      <a:r>
                        <a:rPr lang="en-US" sz="2200">
                          <a:solidFill>
                            <a:schemeClr val="lt1"/>
                          </a:solidFill>
                          <a:latin typeface="Poppins"/>
                          <a:ea typeface="Poppins"/>
                          <a:cs typeface="Poppins"/>
                          <a:sym typeface="Poppins"/>
                        </a:rPr>
                        <a:t>Fresnel Diffraction </a:t>
                      </a:r>
                      <a:endParaRPr sz="2200">
                        <a:solidFill>
                          <a:schemeClr val="lt1"/>
                        </a:solidFill>
                        <a:latin typeface="Poppins"/>
                        <a:ea typeface="Poppins"/>
                        <a:cs typeface="Poppins"/>
                        <a:sym typeface="Poppins"/>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US" sz="2200">
                          <a:solidFill>
                            <a:schemeClr val="lt1"/>
                          </a:solidFill>
                          <a:latin typeface="Poppins"/>
                          <a:ea typeface="Poppins"/>
                          <a:cs typeface="Poppins"/>
                          <a:sym typeface="Poppins"/>
                        </a:rPr>
                        <a:t>Fraunhofer Diffraction</a:t>
                      </a:r>
                      <a:endParaRPr sz="1700">
                        <a:solidFill>
                          <a:schemeClr val="lt1"/>
                        </a:solidFill>
                        <a:latin typeface="Poppins"/>
                        <a:ea typeface="Poppins"/>
                        <a:cs typeface="Poppins"/>
                        <a:sym typeface="Poppins"/>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728325">
                <a:tc>
                  <a:txBody>
                    <a:bodyPr/>
                    <a:lstStyle/>
                    <a:p>
                      <a:pPr indent="0" lvl="0" marL="0" rtl="0" algn="ctr">
                        <a:spcBef>
                          <a:spcPts val="0"/>
                        </a:spcBef>
                        <a:spcAft>
                          <a:spcPts val="0"/>
                        </a:spcAft>
                        <a:buNone/>
                      </a:pPr>
                      <a:r>
                        <a:rPr lang="en-US" sz="1700">
                          <a:solidFill>
                            <a:schemeClr val="lt1"/>
                          </a:solidFill>
                          <a:latin typeface="Poppins"/>
                          <a:ea typeface="Poppins"/>
                          <a:cs typeface="Poppins"/>
                          <a:sym typeface="Poppins"/>
                        </a:rPr>
                        <a:t>The source and slits are both at </a:t>
                      </a:r>
                      <a:r>
                        <a:rPr lang="en-US" sz="1700">
                          <a:solidFill>
                            <a:srgbClr val="FFFF00"/>
                          </a:solidFill>
                          <a:latin typeface="Poppins"/>
                          <a:ea typeface="Poppins"/>
                          <a:cs typeface="Poppins"/>
                          <a:sym typeface="Poppins"/>
                        </a:rPr>
                        <a:t>finite</a:t>
                      </a:r>
                      <a:r>
                        <a:rPr lang="en-US" sz="1700">
                          <a:solidFill>
                            <a:schemeClr val="lt1"/>
                          </a:solidFill>
                          <a:latin typeface="Poppins"/>
                          <a:ea typeface="Poppins"/>
                          <a:cs typeface="Poppins"/>
                          <a:sym typeface="Poppins"/>
                        </a:rPr>
                        <a:t> distance from the slit. </a:t>
                      </a:r>
                      <a:endParaRPr sz="1700">
                        <a:solidFill>
                          <a:schemeClr val="lt1"/>
                        </a:solidFill>
                        <a:latin typeface="Poppins"/>
                        <a:ea typeface="Poppins"/>
                        <a:cs typeface="Poppins"/>
                        <a:sym typeface="Poppins"/>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US" sz="1700">
                          <a:solidFill>
                            <a:schemeClr val="lt1"/>
                          </a:solidFill>
                          <a:latin typeface="Poppins"/>
                          <a:ea typeface="Poppins"/>
                          <a:cs typeface="Poppins"/>
                          <a:sym typeface="Poppins"/>
                        </a:rPr>
                        <a:t>The source and slits are at </a:t>
                      </a:r>
                      <a:r>
                        <a:rPr lang="en-US" sz="1700">
                          <a:solidFill>
                            <a:srgbClr val="FFFF00"/>
                          </a:solidFill>
                          <a:latin typeface="Poppins"/>
                          <a:ea typeface="Poppins"/>
                          <a:cs typeface="Poppins"/>
                          <a:sym typeface="Poppins"/>
                        </a:rPr>
                        <a:t>infinite</a:t>
                      </a:r>
                      <a:r>
                        <a:rPr lang="en-US" sz="1700">
                          <a:solidFill>
                            <a:schemeClr val="lt1"/>
                          </a:solidFill>
                          <a:latin typeface="Poppins"/>
                          <a:ea typeface="Poppins"/>
                          <a:cs typeface="Poppins"/>
                          <a:sym typeface="Poppins"/>
                        </a:rPr>
                        <a:t> distance from the slit. </a:t>
                      </a:r>
                      <a:endParaRPr sz="1700">
                        <a:solidFill>
                          <a:schemeClr val="lt1"/>
                        </a:solidFill>
                        <a:latin typeface="Poppins"/>
                        <a:ea typeface="Poppins"/>
                        <a:cs typeface="Poppins"/>
                        <a:sym typeface="Poppins"/>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442200">
                <a:tc>
                  <a:txBody>
                    <a:bodyPr/>
                    <a:lstStyle/>
                    <a:p>
                      <a:pPr indent="0" lvl="0" marL="0" rtl="0" algn="ctr">
                        <a:spcBef>
                          <a:spcPts val="0"/>
                        </a:spcBef>
                        <a:spcAft>
                          <a:spcPts val="0"/>
                        </a:spcAft>
                        <a:buNone/>
                      </a:pPr>
                      <a:r>
                        <a:rPr lang="en-US" sz="1700">
                          <a:solidFill>
                            <a:schemeClr val="lt1"/>
                          </a:solidFill>
                          <a:latin typeface="Poppins"/>
                          <a:ea typeface="Poppins"/>
                          <a:cs typeface="Poppins"/>
                          <a:sym typeface="Poppins"/>
                        </a:rPr>
                        <a:t>Wavefronts are </a:t>
                      </a:r>
                      <a:r>
                        <a:rPr lang="en-US" sz="1700">
                          <a:solidFill>
                            <a:srgbClr val="FFFF00"/>
                          </a:solidFill>
                          <a:latin typeface="Poppins"/>
                          <a:ea typeface="Poppins"/>
                          <a:cs typeface="Poppins"/>
                          <a:sym typeface="Poppins"/>
                        </a:rPr>
                        <a:t>cylindrical or spherical</a:t>
                      </a:r>
                      <a:r>
                        <a:rPr lang="en-US" sz="1700">
                          <a:solidFill>
                            <a:schemeClr val="lt1"/>
                          </a:solidFill>
                          <a:latin typeface="Poppins"/>
                          <a:ea typeface="Poppins"/>
                          <a:cs typeface="Poppins"/>
                          <a:sym typeface="Poppins"/>
                        </a:rPr>
                        <a:t>. </a:t>
                      </a:r>
                      <a:endParaRPr sz="1700">
                        <a:solidFill>
                          <a:schemeClr val="lt1"/>
                        </a:solidFill>
                        <a:latin typeface="Poppins"/>
                        <a:ea typeface="Poppins"/>
                        <a:cs typeface="Poppins"/>
                        <a:sym typeface="Poppins"/>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US" sz="1700">
                          <a:solidFill>
                            <a:schemeClr val="lt1"/>
                          </a:solidFill>
                          <a:latin typeface="Poppins"/>
                          <a:ea typeface="Poppins"/>
                          <a:cs typeface="Poppins"/>
                          <a:sym typeface="Poppins"/>
                        </a:rPr>
                        <a:t>Wavefronts are </a:t>
                      </a:r>
                      <a:r>
                        <a:rPr lang="en-US" sz="1700">
                          <a:solidFill>
                            <a:srgbClr val="FFFF00"/>
                          </a:solidFill>
                          <a:latin typeface="Poppins"/>
                          <a:ea typeface="Poppins"/>
                          <a:cs typeface="Poppins"/>
                          <a:sym typeface="Poppins"/>
                        </a:rPr>
                        <a:t>plane</a:t>
                      </a:r>
                      <a:r>
                        <a:rPr lang="en-US" sz="1700">
                          <a:solidFill>
                            <a:schemeClr val="lt1"/>
                          </a:solidFill>
                          <a:latin typeface="Poppins"/>
                          <a:ea typeface="Poppins"/>
                          <a:cs typeface="Poppins"/>
                          <a:sym typeface="Poppins"/>
                        </a:rPr>
                        <a:t>. </a:t>
                      </a:r>
                      <a:endParaRPr sz="1700">
                        <a:solidFill>
                          <a:schemeClr val="lt1"/>
                        </a:solidFill>
                        <a:latin typeface="Poppins"/>
                        <a:ea typeface="Poppins"/>
                        <a:cs typeface="Poppins"/>
                        <a:sym typeface="Poppins"/>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442200">
                <a:tc>
                  <a:txBody>
                    <a:bodyPr/>
                    <a:lstStyle/>
                    <a:p>
                      <a:pPr indent="0" lvl="0" marL="0" rtl="0" algn="ctr">
                        <a:spcBef>
                          <a:spcPts val="0"/>
                        </a:spcBef>
                        <a:spcAft>
                          <a:spcPts val="0"/>
                        </a:spcAft>
                        <a:buNone/>
                      </a:pPr>
                      <a:r>
                        <a:rPr lang="en-US" sz="1700">
                          <a:solidFill>
                            <a:schemeClr val="lt1"/>
                          </a:solidFill>
                          <a:latin typeface="Poppins"/>
                          <a:ea typeface="Poppins"/>
                          <a:cs typeface="Poppins"/>
                          <a:sym typeface="Poppins"/>
                        </a:rPr>
                        <a:t>The incident and diffracted rays are </a:t>
                      </a:r>
                      <a:r>
                        <a:rPr lang="en-US" sz="1700">
                          <a:solidFill>
                            <a:srgbClr val="FFFF00"/>
                          </a:solidFill>
                          <a:latin typeface="Poppins"/>
                          <a:ea typeface="Poppins"/>
                          <a:cs typeface="Poppins"/>
                          <a:sym typeface="Poppins"/>
                        </a:rPr>
                        <a:t>divergent</a:t>
                      </a:r>
                      <a:r>
                        <a:rPr lang="en-US" sz="1700">
                          <a:solidFill>
                            <a:schemeClr val="lt1"/>
                          </a:solidFill>
                          <a:latin typeface="Poppins"/>
                          <a:ea typeface="Poppins"/>
                          <a:cs typeface="Poppins"/>
                          <a:sym typeface="Poppins"/>
                        </a:rPr>
                        <a:t>. </a:t>
                      </a:r>
                      <a:endParaRPr sz="1700">
                        <a:solidFill>
                          <a:schemeClr val="lt1"/>
                        </a:solidFill>
                        <a:latin typeface="Poppins"/>
                        <a:ea typeface="Poppins"/>
                        <a:cs typeface="Poppins"/>
                        <a:sym typeface="Poppins"/>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US" sz="1700">
                          <a:solidFill>
                            <a:schemeClr val="lt1"/>
                          </a:solidFill>
                          <a:latin typeface="Poppins"/>
                          <a:ea typeface="Poppins"/>
                          <a:cs typeface="Poppins"/>
                          <a:sym typeface="Poppins"/>
                        </a:rPr>
                        <a:t>The incident and diffracted rays are </a:t>
                      </a:r>
                      <a:r>
                        <a:rPr lang="en-US" sz="1700">
                          <a:solidFill>
                            <a:srgbClr val="FFFF00"/>
                          </a:solidFill>
                          <a:latin typeface="Poppins"/>
                          <a:ea typeface="Poppins"/>
                          <a:cs typeface="Poppins"/>
                          <a:sym typeface="Poppins"/>
                        </a:rPr>
                        <a:t>parallel</a:t>
                      </a:r>
                      <a:r>
                        <a:rPr lang="en-US" sz="1700">
                          <a:solidFill>
                            <a:schemeClr val="lt1"/>
                          </a:solidFill>
                          <a:latin typeface="Poppins"/>
                          <a:ea typeface="Poppins"/>
                          <a:cs typeface="Poppins"/>
                          <a:sym typeface="Poppins"/>
                        </a:rPr>
                        <a:t>. </a:t>
                      </a:r>
                      <a:endParaRPr sz="1700">
                        <a:solidFill>
                          <a:schemeClr val="lt1"/>
                        </a:solidFill>
                        <a:latin typeface="Poppins"/>
                        <a:ea typeface="Poppins"/>
                        <a:cs typeface="Poppins"/>
                        <a:sym typeface="Poppins"/>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728325">
                <a:tc>
                  <a:txBody>
                    <a:bodyPr/>
                    <a:lstStyle/>
                    <a:p>
                      <a:pPr indent="0" lvl="0" marL="0" rtl="0" algn="ctr">
                        <a:spcBef>
                          <a:spcPts val="0"/>
                        </a:spcBef>
                        <a:spcAft>
                          <a:spcPts val="0"/>
                        </a:spcAft>
                        <a:buNone/>
                      </a:pPr>
                      <a:r>
                        <a:rPr lang="en-US" sz="1700">
                          <a:solidFill>
                            <a:schemeClr val="lt1"/>
                          </a:solidFill>
                          <a:latin typeface="Poppins"/>
                          <a:ea typeface="Poppins"/>
                          <a:cs typeface="Poppins"/>
                          <a:sym typeface="Poppins"/>
                        </a:rPr>
                        <a:t>Lenses are not required in actual experiment. </a:t>
                      </a:r>
                      <a:endParaRPr sz="1700">
                        <a:solidFill>
                          <a:schemeClr val="lt1"/>
                        </a:solidFill>
                        <a:latin typeface="Poppins"/>
                        <a:ea typeface="Poppins"/>
                        <a:cs typeface="Poppins"/>
                        <a:sym typeface="Poppins"/>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US" sz="1700">
                          <a:solidFill>
                            <a:schemeClr val="lt1"/>
                          </a:solidFill>
                          <a:latin typeface="Poppins"/>
                          <a:ea typeface="Poppins"/>
                          <a:cs typeface="Poppins"/>
                          <a:sym typeface="Poppins"/>
                        </a:rPr>
                        <a:t>Two convex lenses are used in experiment to achieve parallel wavefront.</a:t>
                      </a:r>
                      <a:endParaRPr sz="1700">
                        <a:solidFill>
                          <a:schemeClr val="lt1"/>
                        </a:solidFill>
                        <a:latin typeface="Poppins"/>
                        <a:ea typeface="Poppins"/>
                        <a:cs typeface="Poppins"/>
                        <a:sym typeface="Poppins"/>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1014475">
                <a:tc>
                  <a:txBody>
                    <a:bodyPr/>
                    <a:lstStyle/>
                    <a:p>
                      <a:pPr indent="0" lvl="0" marL="0" rtl="0" algn="ctr">
                        <a:spcBef>
                          <a:spcPts val="0"/>
                        </a:spcBef>
                        <a:spcAft>
                          <a:spcPts val="0"/>
                        </a:spcAft>
                        <a:buNone/>
                      </a:pPr>
                      <a:r>
                        <a:rPr lang="en-US" sz="1700">
                          <a:solidFill>
                            <a:schemeClr val="lt1"/>
                          </a:solidFill>
                          <a:latin typeface="Poppins"/>
                          <a:ea typeface="Poppins"/>
                          <a:cs typeface="Poppins"/>
                          <a:sym typeface="Poppins"/>
                        </a:rPr>
                        <a:t>The initial phase of secondary wavelets is </a:t>
                      </a:r>
                      <a:r>
                        <a:rPr lang="en-US" sz="1700">
                          <a:solidFill>
                            <a:srgbClr val="FFFF00"/>
                          </a:solidFill>
                          <a:latin typeface="Poppins"/>
                          <a:ea typeface="Poppins"/>
                          <a:cs typeface="Poppins"/>
                          <a:sym typeface="Poppins"/>
                        </a:rPr>
                        <a:t>different at different points</a:t>
                      </a:r>
                      <a:r>
                        <a:rPr lang="en-US" sz="1700">
                          <a:solidFill>
                            <a:schemeClr val="lt1"/>
                          </a:solidFill>
                          <a:latin typeface="Poppins"/>
                          <a:ea typeface="Poppins"/>
                          <a:cs typeface="Poppins"/>
                          <a:sym typeface="Poppins"/>
                        </a:rPr>
                        <a:t> in the plane of the aperture. </a:t>
                      </a:r>
                      <a:endParaRPr sz="1700">
                        <a:solidFill>
                          <a:schemeClr val="lt1"/>
                        </a:solidFill>
                        <a:latin typeface="Poppins"/>
                        <a:ea typeface="Poppins"/>
                        <a:cs typeface="Poppins"/>
                        <a:sym typeface="Poppins"/>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US" sz="1700">
                          <a:solidFill>
                            <a:schemeClr val="lt1"/>
                          </a:solidFill>
                          <a:latin typeface="Poppins"/>
                          <a:ea typeface="Poppins"/>
                          <a:cs typeface="Poppins"/>
                          <a:sym typeface="Poppins"/>
                        </a:rPr>
                        <a:t>The initial phase of secondary wavelets is </a:t>
                      </a:r>
                      <a:r>
                        <a:rPr lang="en-US" sz="1700">
                          <a:solidFill>
                            <a:srgbClr val="FFFF00"/>
                          </a:solidFill>
                          <a:latin typeface="Poppins"/>
                          <a:ea typeface="Poppins"/>
                          <a:cs typeface="Poppins"/>
                          <a:sym typeface="Poppins"/>
                        </a:rPr>
                        <a:t>same at all points</a:t>
                      </a:r>
                      <a:r>
                        <a:rPr lang="en-US" sz="1700">
                          <a:solidFill>
                            <a:schemeClr val="lt1"/>
                          </a:solidFill>
                          <a:latin typeface="Poppins"/>
                          <a:ea typeface="Poppins"/>
                          <a:cs typeface="Poppins"/>
                          <a:sym typeface="Poppins"/>
                        </a:rPr>
                        <a:t> in the plane of the aperture. </a:t>
                      </a:r>
                      <a:endParaRPr sz="1700">
                        <a:solidFill>
                          <a:schemeClr val="lt1"/>
                        </a:solidFill>
                        <a:latin typeface="Poppins"/>
                        <a:ea typeface="Poppins"/>
                        <a:cs typeface="Poppins"/>
                        <a:sym typeface="Poppins"/>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bl>
          </a:graphicData>
        </a:graphic>
      </p:graphicFrame>
      <p:grpSp>
        <p:nvGrpSpPr>
          <p:cNvPr id="204" name="Google Shape;204;p16"/>
          <p:cNvGrpSpPr/>
          <p:nvPr/>
        </p:nvGrpSpPr>
        <p:grpSpPr>
          <a:xfrm>
            <a:off x="2278495" y="2269997"/>
            <a:ext cx="5866817" cy="3459016"/>
            <a:chOff x="2746800" y="1357919"/>
            <a:chExt cx="5556750" cy="4637373"/>
          </a:xfrm>
        </p:grpSpPr>
        <p:sp>
          <p:nvSpPr>
            <p:cNvPr id="205" name="Google Shape;205;p16"/>
            <p:cNvSpPr/>
            <p:nvPr/>
          </p:nvSpPr>
          <p:spPr>
            <a:xfrm>
              <a:off x="2746800" y="1357925"/>
              <a:ext cx="5523900" cy="4629600"/>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206" name="Google Shape;206;p16"/>
            <p:cNvGrpSpPr/>
            <p:nvPr/>
          </p:nvGrpSpPr>
          <p:grpSpPr>
            <a:xfrm>
              <a:off x="2746802" y="1357919"/>
              <a:ext cx="5556748" cy="4637373"/>
              <a:chOff x="2444952" y="65994"/>
              <a:chExt cx="5556748" cy="4637373"/>
            </a:xfrm>
          </p:grpSpPr>
          <p:cxnSp>
            <p:nvCxnSpPr>
              <p:cNvPr id="207" name="Google Shape;207;p16"/>
              <p:cNvCxnSpPr/>
              <p:nvPr/>
            </p:nvCxnSpPr>
            <p:spPr>
              <a:xfrm>
                <a:off x="3480098" y="2211419"/>
                <a:ext cx="3127200" cy="7800"/>
              </a:xfrm>
              <a:prstGeom prst="straightConnector1">
                <a:avLst/>
              </a:prstGeom>
              <a:noFill/>
              <a:ln cap="flat" cmpd="sng" w="19050">
                <a:solidFill>
                  <a:srgbClr val="000000"/>
                </a:solidFill>
                <a:prstDash val="dash"/>
                <a:miter lim="800000"/>
                <a:headEnd len="sm" w="sm" type="none"/>
                <a:tailEnd len="sm" w="sm" type="none"/>
              </a:ln>
            </p:spPr>
          </p:cxnSp>
          <p:cxnSp>
            <p:nvCxnSpPr>
              <p:cNvPr id="208" name="Google Shape;208;p16"/>
              <p:cNvCxnSpPr/>
              <p:nvPr/>
            </p:nvCxnSpPr>
            <p:spPr>
              <a:xfrm flipH="1" rot="10800000">
                <a:off x="3419384" y="314920"/>
                <a:ext cx="3234600" cy="1638300"/>
              </a:xfrm>
              <a:prstGeom prst="straightConnector1">
                <a:avLst/>
              </a:prstGeom>
              <a:noFill/>
              <a:ln cap="flat" cmpd="sng" w="9525">
                <a:solidFill>
                  <a:srgbClr val="000000"/>
                </a:solidFill>
                <a:prstDash val="solid"/>
                <a:round/>
                <a:headEnd len="sm" w="sm" type="none"/>
                <a:tailEnd len="med" w="med" type="triangle"/>
              </a:ln>
            </p:spPr>
          </p:cxnSp>
          <p:cxnSp>
            <p:nvCxnSpPr>
              <p:cNvPr id="209" name="Google Shape;209;p16"/>
              <p:cNvCxnSpPr/>
              <p:nvPr/>
            </p:nvCxnSpPr>
            <p:spPr>
              <a:xfrm>
                <a:off x="6653840" y="156355"/>
                <a:ext cx="0" cy="4233600"/>
              </a:xfrm>
              <a:prstGeom prst="straightConnector1">
                <a:avLst/>
              </a:prstGeom>
              <a:noFill/>
              <a:ln cap="flat" cmpd="sng" w="76200">
                <a:solidFill>
                  <a:srgbClr val="7F7F7F"/>
                </a:solidFill>
                <a:prstDash val="solid"/>
                <a:miter lim="800000"/>
                <a:headEnd len="sm" w="sm" type="none"/>
                <a:tailEnd len="sm" w="sm" type="none"/>
              </a:ln>
            </p:spPr>
          </p:cxnSp>
          <p:sp>
            <p:nvSpPr>
              <p:cNvPr id="210" name="Google Shape;210;p16"/>
              <p:cNvSpPr/>
              <p:nvPr/>
            </p:nvSpPr>
            <p:spPr>
              <a:xfrm rot="5400000">
                <a:off x="2963676" y="1306179"/>
                <a:ext cx="1097420" cy="196948"/>
              </a:xfrm>
              <a:custGeom>
                <a:rect b="b" l="l" r="r" t="t"/>
                <a:pathLst>
                  <a:path extrusionOk="0" h="196948" w="1631852">
                    <a:moveTo>
                      <a:pt x="0" y="0"/>
                    </a:moveTo>
                    <a:lnTo>
                      <a:pt x="1320204" y="14066"/>
                    </a:lnTo>
                    <a:lnTo>
                      <a:pt x="1467734" y="98475"/>
                    </a:lnTo>
                    <a:lnTo>
                      <a:pt x="1631852" y="196948"/>
                    </a:lnTo>
                    <a:lnTo>
                      <a:pt x="0" y="182880"/>
                    </a:lnTo>
                    <a:lnTo>
                      <a:pt x="0" y="0"/>
                    </a:lnTo>
                    <a:close/>
                  </a:path>
                </a:pathLst>
              </a:custGeom>
              <a:solidFill>
                <a:srgbClr val="993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211" name="Google Shape;211;p16"/>
              <p:cNvCxnSpPr/>
              <p:nvPr/>
            </p:nvCxnSpPr>
            <p:spPr>
              <a:xfrm flipH="1" rot="10800000">
                <a:off x="3480098" y="319546"/>
                <a:ext cx="3134100" cy="1894500"/>
              </a:xfrm>
              <a:prstGeom prst="straightConnector1">
                <a:avLst/>
              </a:prstGeom>
              <a:noFill/>
              <a:ln cap="flat" cmpd="sng" w="9525">
                <a:solidFill>
                  <a:srgbClr val="000000"/>
                </a:solidFill>
                <a:prstDash val="solid"/>
                <a:miter lim="800000"/>
                <a:headEnd len="sm" w="sm" type="none"/>
                <a:tailEnd len="sm" w="sm" type="none"/>
              </a:ln>
            </p:spPr>
          </p:cxnSp>
          <p:cxnSp>
            <p:nvCxnSpPr>
              <p:cNvPr id="212" name="Google Shape;212;p16"/>
              <p:cNvCxnSpPr/>
              <p:nvPr/>
            </p:nvCxnSpPr>
            <p:spPr>
              <a:xfrm>
                <a:off x="2797020" y="2211419"/>
                <a:ext cx="648900" cy="331800"/>
              </a:xfrm>
              <a:prstGeom prst="straightConnector1">
                <a:avLst/>
              </a:prstGeom>
              <a:noFill/>
              <a:ln cap="flat" cmpd="sng" w="19050">
                <a:solidFill>
                  <a:srgbClr val="000000"/>
                </a:solidFill>
                <a:prstDash val="solid"/>
                <a:miter lim="800000"/>
                <a:headEnd len="sm" w="sm" type="none"/>
                <a:tailEnd len="med" w="med" type="triangle"/>
              </a:ln>
            </p:spPr>
          </p:cxnSp>
          <p:cxnSp>
            <p:nvCxnSpPr>
              <p:cNvPr id="213" name="Google Shape;213;p16"/>
              <p:cNvCxnSpPr>
                <a:stCxn id="214" idx="1"/>
              </p:cNvCxnSpPr>
              <p:nvPr/>
            </p:nvCxnSpPr>
            <p:spPr>
              <a:xfrm flipH="1" rot="10800000">
                <a:off x="3423635" y="335516"/>
                <a:ext cx="3183900" cy="2207700"/>
              </a:xfrm>
              <a:prstGeom prst="straightConnector1">
                <a:avLst/>
              </a:prstGeom>
              <a:noFill/>
              <a:ln cap="flat" cmpd="sng" w="9525">
                <a:solidFill>
                  <a:srgbClr val="000000"/>
                </a:solidFill>
                <a:prstDash val="solid"/>
                <a:miter lim="800000"/>
                <a:headEnd len="sm" w="sm" type="none"/>
                <a:tailEnd len="sm" w="sm" type="none"/>
              </a:ln>
            </p:spPr>
          </p:cxnSp>
          <p:cxnSp>
            <p:nvCxnSpPr>
              <p:cNvPr id="215" name="Google Shape;215;p16"/>
              <p:cNvCxnSpPr/>
              <p:nvPr/>
            </p:nvCxnSpPr>
            <p:spPr>
              <a:xfrm>
                <a:off x="2797020" y="2211887"/>
                <a:ext cx="683100" cy="7200"/>
              </a:xfrm>
              <a:prstGeom prst="straightConnector1">
                <a:avLst/>
              </a:prstGeom>
              <a:noFill/>
              <a:ln cap="flat" cmpd="sng" w="19050">
                <a:solidFill>
                  <a:srgbClr val="000000"/>
                </a:solidFill>
                <a:prstDash val="solid"/>
                <a:miter lim="800000"/>
                <a:headEnd len="sm" w="sm" type="none"/>
                <a:tailEnd len="med" w="med" type="triangle"/>
              </a:ln>
            </p:spPr>
          </p:cxnSp>
          <p:cxnSp>
            <p:nvCxnSpPr>
              <p:cNvPr id="216" name="Google Shape;216;p16"/>
              <p:cNvCxnSpPr/>
              <p:nvPr/>
            </p:nvCxnSpPr>
            <p:spPr>
              <a:xfrm flipH="1" rot="10800000">
                <a:off x="2797020" y="1946219"/>
                <a:ext cx="654600" cy="265200"/>
              </a:xfrm>
              <a:prstGeom prst="straightConnector1">
                <a:avLst/>
              </a:prstGeom>
              <a:noFill/>
              <a:ln cap="flat" cmpd="sng" w="19050">
                <a:solidFill>
                  <a:srgbClr val="000000"/>
                </a:solidFill>
                <a:prstDash val="solid"/>
                <a:miter lim="800000"/>
                <a:headEnd len="sm" w="sm" type="none"/>
                <a:tailEnd len="med" w="med" type="triangle"/>
              </a:ln>
            </p:spPr>
          </p:cxnSp>
          <p:sp>
            <p:nvSpPr>
              <p:cNvPr id="217" name="Google Shape;217;p16"/>
              <p:cNvSpPr txBox="1"/>
              <p:nvPr/>
            </p:nvSpPr>
            <p:spPr>
              <a:xfrm>
                <a:off x="3259212" y="3684157"/>
                <a:ext cx="694500" cy="43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993300"/>
                    </a:solidFill>
                    <a:latin typeface="Calibri"/>
                    <a:ea typeface="Calibri"/>
                    <a:cs typeface="Calibri"/>
                    <a:sym typeface="Calibri"/>
                  </a:rPr>
                  <a:t>Slit</a:t>
                </a:r>
                <a:endParaRPr sz="1500">
                  <a:solidFill>
                    <a:srgbClr val="993300"/>
                  </a:solidFill>
                  <a:latin typeface="Calibri"/>
                  <a:ea typeface="Calibri"/>
                  <a:cs typeface="Calibri"/>
                  <a:sym typeface="Calibri"/>
                </a:endParaRPr>
              </a:p>
            </p:txBody>
          </p:sp>
          <p:sp>
            <p:nvSpPr>
              <p:cNvPr id="218" name="Google Shape;218;p16"/>
              <p:cNvSpPr txBox="1"/>
              <p:nvPr/>
            </p:nvSpPr>
            <p:spPr>
              <a:xfrm>
                <a:off x="6314881" y="65994"/>
                <a:ext cx="393900" cy="43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000000"/>
                    </a:solidFill>
                    <a:latin typeface="Calibri"/>
                    <a:ea typeface="Calibri"/>
                    <a:cs typeface="Calibri"/>
                    <a:sym typeface="Calibri"/>
                  </a:rPr>
                  <a:t>P</a:t>
                </a:r>
                <a:endParaRPr sz="1500">
                  <a:solidFill>
                    <a:srgbClr val="000000"/>
                  </a:solidFill>
                  <a:latin typeface="Calibri"/>
                  <a:ea typeface="Calibri"/>
                  <a:cs typeface="Calibri"/>
                  <a:sym typeface="Calibri"/>
                </a:endParaRPr>
              </a:p>
            </p:txBody>
          </p:sp>
          <p:sp>
            <p:nvSpPr>
              <p:cNvPr id="219" name="Google Shape;219;p16"/>
              <p:cNvSpPr txBox="1"/>
              <p:nvPr/>
            </p:nvSpPr>
            <p:spPr>
              <a:xfrm>
                <a:off x="6656831" y="2057577"/>
                <a:ext cx="393900" cy="43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000000"/>
                    </a:solidFill>
                    <a:latin typeface="Calibri"/>
                    <a:ea typeface="Calibri"/>
                    <a:cs typeface="Calibri"/>
                    <a:sym typeface="Calibri"/>
                  </a:rPr>
                  <a:t>Po</a:t>
                </a:r>
                <a:endParaRPr sz="1500">
                  <a:solidFill>
                    <a:srgbClr val="000000"/>
                  </a:solidFill>
                  <a:latin typeface="Calibri"/>
                  <a:ea typeface="Calibri"/>
                  <a:cs typeface="Calibri"/>
                  <a:sym typeface="Calibri"/>
                </a:endParaRPr>
              </a:p>
            </p:txBody>
          </p:sp>
          <p:sp>
            <p:nvSpPr>
              <p:cNvPr id="220" name="Google Shape;220;p16"/>
              <p:cNvSpPr txBox="1"/>
              <p:nvPr/>
            </p:nvSpPr>
            <p:spPr>
              <a:xfrm>
                <a:off x="6974800" y="1765350"/>
                <a:ext cx="1026900" cy="136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0000"/>
                    </a:solidFill>
                    <a:latin typeface="Calibri"/>
                    <a:ea typeface="Calibri"/>
                    <a:cs typeface="Calibri"/>
                    <a:sym typeface="Calibri"/>
                  </a:rPr>
                  <a:t>From </a:t>
                </a:r>
                <a:endParaRPr/>
              </a:p>
              <a:p>
                <a:pPr indent="0" lvl="0" marL="0" marR="0" rtl="0" algn="l">
                  <a:spcBef>
                    <a:spcPts val="0"/>
                  </a:spcBef>
                  <a:spcAft>
                    <a:spcPts val="0"/>
                  </a:spcAft>
                  <a:buNone/>
                </a:pPr>
                <a:r>
                  <a:rPr b="1" lang="en-US" sz="2000">
                    <a:solidFill>
                      <a:srgbClr val="000000"/>
                    </a:solidFill>
                    <a:latin typeface="Calibri"/>
                    <a:ea typeface="Calibri"/>
                    <a:cs typeface="Calibri"/>
                    <a:sym typeface="Calibri"/>
                  </a:rPr>
                  <a:t>Distant</a:t>
                </a:r>
                <a:endParaRPr/>
              </a:p>
              <a:p>
                <a:pPr indent="0" lvl="0" marL="0" marR="0" rtl="0" algn="l">
                  <a:spcBef>
                    <a:spcPts val="0"/>
                  </a:spcBef>
                  <a:spcAft>
                    <a:spcPts val="0"/>
                  </a:spcAft>
                  <a:buNone/>
                </a:pPr>
                <a:r>
                  <a:rPr b="1" lang="en-US" sz="2000">
                    <a:solidFill>
                      <a:srgbClr val="000000"/>
                    </a:solidFill>
                    <a:latin typeface="Calibri"/>
                    <a:ea typeface="Calibri"/>
                    <a:cs typeface="Calibri"/>
                    <a:sym typeface="Calibri"/>
                  </a:rPr>
                  <a:t>Source</a:t>
                </a:r>
                <a:endParaRPr b="1" sz="2000">
                  <a:solidFill>
                    <a:srgbClr val="000000"/>
                  </a:solidFill>
                  <a:latin typeface="Calibri"/>
                  <a:ea typeface="Calibri"/>
                  <a:cs typeface="Calibri"/>
                  <a:sym typeface="Calibri"/>
                </a:endParaRPr>
              </a:p>
            </p:txBody>
          </p:sp>
          <p:sp>
            <p:nvSpPr>
              <p:cNvPr id="221" name="Google Shape;221;p16"/>
              <p:cNvSpPr txBox="1"/>
              <p:nvPr/>
            </p:nvSpPr>
            <p:spPr>
              <a:xfrm>
                <a:off x="6289414" y="4270167"/>
                <a:ext cx="1026900" cy="43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3A3838"/>
                    </a:solidFill>
                    <a:latin typeface="Calibri"/>
                    <a:ea typeface="Calibri"/>
                    <a:cs typeface="Calibri"/>
                    <a:sym typeface="Calibri"/>
                  </a:rPr>
                  <a:t>Screen</a:t>
                </a:r>
                <a:endParaRPr sz="1500">
                  <a:solidFill>
                    <a:srgbClr val="3A3838"/>
                  </a:solidFill>
                  <a:latin typeface="Calibri"/>
                  <a:ea typeface="Calibri"/>
                  <a:cs typeface="Calibri"/>
                  <a:sym typeface="Calibri"/>
                </a:endParaRPr>
              </a:p>
            </p:txBody>
          </p:sp>
          <p:sp>
            <p:nvSpPr>
              <p:cNvPr id="214" name="Google Shape;214;p16"/>
              <p:cNvSpPr/>
              <p:nvPr/>
            </p:nvSpPr>
            <p:spPr>
              <a:xfrm rot="-5400000">
                <a:off x="2937502" y="3015133"/>
                <a:ext cx="1141089" cy="196958"/>
              </a:xfrm>
              <a:custGeom>
                <a:rect b="b" l="l" r="r" t="t"/>
                <a:pathLst>
                  <a:path extrusionOk="0" h="196958" w="1696787">
                    <a:moveTo>
                      <a:pt x="0" y="0"/>
                    </a:moveTo>
                    <a:lnTo>
                      <a:pt x="1696787" y="14067"/>
                    </a:lnTo>
                    <a:lnTo>
                      <a:pt x="1436351" y="182883"/>
                    </a:lnTo>
                    <a:lnTo>
                      <a:pt x="1401717" y="196958"/>
                    </a:lnTo>
                    <a:lnTo>
                      <a:pt x="0" y="182880"/>
                    </a:lnTo>
                    <a:lnTo>
                      <a:pt x="0" y="0"/>
                    </a:lnTo>
                    <a:close/>
                  </a:path>
                </a:pathLst>
              </a:custGeom>
              <a:solidFill>
                <a:srgbClr val="993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222" name="Google Shape;222;p16"/>
              <p:cNvSpPr/>
              <p:nvPr/>
            </p:nvSpPr>
            <p:spPr>
              <a:xfrm>
                <a:off x="2697858" y="2153315"/>
                <a:ext cx="140100" cy="1317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3" name="Google Shape;223;p16"/>
              <p:cNvSpPr txBox="1"/>
              <p:nvPr/>
            </p:nvSpPr>
            <p:spPr>
              <a:xfrm flipH="1">
                <a:off x="2444952" y="2053727"/>
                <a:ext cx="252900" cy="43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000000"/>
                    </a:solidFill>
                    <a:latin typeface="Calibri"/>
                    <a:ea typeface="Calibri"/>
                    <a:cs typeface="Calibri"/>
                    <a:sym typeface="Calibri"/>
                  </a:rPr>
                  <a:t>S</a:t>
                </a:r>
                <a:endParaRPr sz="1500">
                  <a:solidFill>
                    <a:srgbClr val="000000"/>
                  </a:solidFill>
                  <a:latin typeface="Calibri"/>
                  <a:ea typeface="Calibri"/>
                  <a:cs typeface="Calibri"/>
                  <a:sym typeface="Calibri"/>
                </a:endParaRPr>
              </a:p>
            </p:txBody>
          </p:sp>
        </p:grpSp>
      </p:grpSp>
      <p:grpSp>
        <p:nvGrpSpPr>
          <p:cNvPr id="224" name="Google Shape;224;p16"/>
          <p:cNvGrpSpPr/>
          <p:nvPr/>
        </p:nvGrpSpPr>
        <p:grpSpPr>
          <a:xfrm>
            <a:off x="10331136" y="2269395"/>
            <a:ext cx="5866615" cy="3536526"/>
            <a:chOff x="4032700" y="1395315"/>
            <a:chExt cx="5871900" cy="4280472"/>
          </a:xfrm>
        </p:grpSpPr>
        <p:sp>
          <p:nvSpPr>
            <p:cNvPr id="225" name="Google Shape;225;p16"/>
            <p:cNvSpPr/>
            <p:nvPr/>
          </p:nvSpPr>
          <p:spPr>
            <a:xfrm>
              <a:off x="4032700" y="1487175"/>
              <a:ext cx="5871900" cy="4120500"/>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226" name="Google Shape;226;p16"/>
            <p:cNvGrpSpPr/>
            <p:nvPr/>
          </p:nvGrpSpPr>
          <p:grpSpPr>
            <a:xfrm>
              <a:off x="4092327" y="1395315"/>
              <a:ext cx="5737539" cy="4280472"/>
              <a:chOff x="3730102" y="2083515"/>
              <a:chExt cx="5737539" cy="4280472"/>
            </a:xfrm>
          </p:grpSpPr>
          <p:grpSp>
            <p:nvGrpSpPr>
              <p:cNvPr id="227" name="Google Shape;227;p16"/>
              <p:cNvGrpSpPr/>
              <p:nvPr/>
            </p:nvGrpSpPr>
            <p:grpSpPr>
              <a:xfrm>
                <a:off x="4690120" y="2291342"/>
                <a:ext cx="361060" cy="1989694"/>
                <a:chOff x="4690120" y="2291342"/>
                <a:chExt cx="361060" cy="1989694"/>
              </a:xfrm>
            </p:grpSpPr>
            <p:sp>
              <p:nvSpPr>
                <p:cNvPr id="228" name="Google Shape;228;p16"/>
                <p:cNvSpPr/>
                <p:nvPr/>
              </p:nvSpPr>
              <p:spPr>
                <a:xfrm flipH="1">
                  <a:off x="4690120" y="2291342"/>
                  <a:ext cx="247050" cy="1989684"/>
                </a:xfrm>
                <a:custGeom>
                  <a:rect b="b" l="l" r="r" t="t"/>
                  <a:pathLst>
                    <a:path extrusionOk="0" fill="none" h="21600" w="21600">
                      <a:moveTo>
                        <a:pt x="6444" y="-1"/>
                      </a:moveTo>
                      <a:cubicBezTo>
                        <a:pt x="15460" y="2818"/>
                        <a:pt x="21600" y="11169"/>
                        <a:pt x="21600" y="20616"/>
                      </a:cubicBezTo>
                      <a:cubicBezTo>
                        <a:pt x="21600" y="29769"/>
                        <a:pt x="15830" y="37929"/>
                        <a:pt x="7199" y="40980"/>
                      </a:cubicBezTo>
                    </a:path>
                    <a:path extrusionOk="0" h="21600" w="21600">
                      <a:moveTo>
                        <a:pt x="6444" y="-1"/>
                      </a:moveTo>
                      <a:cubicBezTo>
                        <a:pt x="15460" y="2818"/>
                        <a:pt x="21600" y="11169"/>
                        <a:pt x="21600" y="20616"/>
                      </a:cubicBezTo>
                      <a:cubicBezTo>
                        <a:pt x="21600" y="29769"/>
                        <a:pt x="15830" y="37929"/>
                        <a:pt x="7199" y="40980"/>
                      </a:cubicBezTo>
                      <a:lnTo>
                        <a:pt x="0" y="20616"/>
                      </a:lnTo>
                      <a:lnTo>
                        <a:pt x="6444" y="-1"/>
                      </a:lnTo>
                      <a:close/>
                    </a:path>
                  </a:pathLst>
                </a:custGeom>
                <a:solidFill>
                  <a:srgbClr val="C9DAF8"/>
                </a:solidFill>
                <a:ln cap="flat" cmpd="sng" w="12700">
                  <a:solidFill>
                    <a:srgbClr val="2F549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9" name="Google Shape;229;p16"/>
                <p:cNvSpPr/>
                <p:nvPr/>
              </p:nvSpPr>
              <p:spPr>
                <a:xfrm>
                  <a:off x="4779776" y="2295348"/>
                  <a:ext cx="271404" cy="1985688"/>
                </a:xfrm>
                <a:custGeom>
                  <a:rect b="b" l="l" r="r" t="t"/>
                  <a:pathLst>
                    <a:path extrusionOk="0" fill="none" h="21600" w="21600">
                      <a:moveTo>
                        <a:pt x="6444" y="-1"/>
                      </a:moveTo>
                      <a:cubicBezTo>
                        <a:pt x="15460" y="2818"/>
                        <a:pt x="21600" y="11169"/>
                        <a:pt x="21600" y="20616"/>
                      </a:cubicBezTo>
                      <a:cubicBezTo>
                        <a:pt x="21600" y="29818"/>
                        <a:pt x="15769" y="38010"/>
                        <a:pt x="7074" y="41024"/>
                      </a:cubicBezTo>
                    </a:path>
                    <a:path extrusionOk="0" h="21600" w="21600">
                      <a:moveTo>
                        <a:pt x="6444" y="-1"/>
                      </a:moveTo>
                      <a:cubicBezTo>
                        <a:pt x="15460" y="2818"/>
                        <a:pt x="21600" y="11169"/>
                        <a:pt x="21600" y="20616"/>
                      </a:cubicBezTo>
                      <a:cubicBezTo>
                        <a:pt x="21600" y="29818"/>
                        <a:pt x="15769" y="38010"/>
                        <a:pt x="7074" y="41024"/>
                      </a:cubicBezTo>
                      <a:lnTo>
                        <a:pt x="0" y="20616"/>
                      </a:lnTo>
                      <a:lnTo>
                        <a:pt x="6444" y="-1"/>
                      </a:lnTo>
                      <a:close/>
                    </a:path>
                  </a:pathLst>
                </a:custGeom>
                <a:solidFill>
                  <a:srgbClr val="C9DAF8"/>
                </a:solidFill>
                <a:ln cap="flat" cmpd="sng" w="12700">
                  <a:solidFill>
                    <a:srgbClr val="2F549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30" name="Google Shape;230;p16"/>
              <p:cNvGrpSpPr/>
              <p:nvPr/>
            </p:nvGrpSpPr>
            <p:grpSpPr>
              <a:xfrm>
                <a:off x="7158659" y="2290422"/>
                <a:ext cx="347560" cy="1989694"/>
                <a:chOff x="7158659" y="2290422"/>
                <a:chExt cx="347560" cy="1989694"/>
              </a:xfrm>
            </p:grpSpPr>
            <p:sp>
              <p:nvSpPr>
                <p:cNvPr id="231" name="Google Shape;231;p16"/>
                <p:cNvSpPr/>
                <p:nvPr/>
              </p:nvSpPr>
              <p:spPr>
                <a:xfrm flipH="1">
                  <a:off x="7158659" y="2290422"/>
                  <a:ext cx="247050" cy="1989684"/>
                </a:xfrm>
                <a:custGeom>
                  <a:rect b="b" l="l" r="r" t="t"/>
                  <a:pathLst>
                    <a:path extrusionOk="0" fill="none" h="21600" w="21600">
                      <a:moveTo>
                        <a:pt x="6444" y="-1"/>
                      </a:moveTo>
                      <a:cubicBezTo>
                        <a:pt x="15460" y="2818"/>
                        <a:pt x="21600" y="11169"/>
                        <a:pt x="21600" y="20616"/>
                      </a:cubicBezTo>
                      <a:cubicBezTo>
                        <a:pt x="21600" y="29769"/>
                        <a:pt x="15830" y="37929"/>
                        <a:pt x="7199" y="40980"/>
                      </a:cubicBezTo>
                    </a:path>
                    <a:path extrusionOk="0" h="21600" w="21600">
                      <a:moveTo>
                        <a:pt x="6444" y="-1"/>
                      </a:moveTo>
                      <a:cubicBezTo>
                        <a:pt x="15460" y="2818"/>
                        <a:pt x="21600" y="11169"/>
                        <a:pt x="21600" y="20616"/>
                      </a:cubicBezTo>
                      <a:cubicBezTo>
                        <a:pt x="21600" y="29769"/>
                        <a:pt x="15830" y="37929"/>
                        <a:pt x="7199" y="40980"/>
                      </a:cubicBezTo>
                      <a:lnTo>
                        <a:pt x="0" y="20616"/>
                      </a:lnTo>
                      <a:lnTo>
                        <a:pt x="6444" y="-1"/>
                      </a:lnTo>
                      <a:close/>
                    </a:path>
                  </a:pathLst>
                </a:custGeom>
                <a:solidFill>
                  <a:srgbClr val="C9DAF8"/>
                </a:solidFill>
                <a:ln cap="flat" cmpd="sng" w="12700">
                  <a:solidFill>
                    <a:srgbClr val="2F549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2" name="Google Shape;232;p16"/>
                <p:cNvSpPr/>
                <p:nvPr/>
              </p:nvSpPr>
              <p:spPr>
                <a:xfrm>
                  <a:off x="7248316" y="2294428"/>
                  <a:ext cx="257904" cy="1985688"/>
                </a:xfrm>
                <a:custGeom>
                  <a:rect b="b" l="l" r="r" t="t"/>
                  <a:pathLst>
                    <a:path extrusionOk="0" fill="none" h="21600" w="21600">
                      <a:moveTo>
                        <a:pt x="6444" y="-1"/>
                      </a:moveTo>
                      <a:cubicBezTo>
                        <a:pt x="15460" y="2818"/>
                        <a:pt x="21600" y="11169"/>
                        <a:pt x="21600" y="20616"/>
                      </a:cubicBezTo>
                      <a:cubicBezTo>
                        <a:pt x="21600" y="29818"/>
                        <a:pt x="15769" y="38010"/>
                        <a:pt x="7074" y="41024"/>
                      </a:cubicBezTo>
                    </a:path>
                    <a:path extrusionOk="0" h="21600" w="21600">
                      <a:moveTo>
                        <a:pt x="6444" y="-1"/>
                      </a:moveTo>
                      <a:cubicBezTo>
                        <a:pt x="15460" y="2818"/>
                        <a:pt x="21600" y="11169"/>
                        <a:pt x="21600" y="20616"/>
                      </a:cubicBezTo>
                      <a:cubicBezTo>
                        <a:pt x="21600" y="29818"/>
                        <a:pt x="15769" y="38010"/>
                        <a:pt x="7074" y="41024"/>
                      </a:cubicBezTo>
                      <a:lnTo>
                        <a:pt x="0" y="20616"/>
                      </a:lnTo>
                      <a:lnTo>
                        <a:pt x="6444" y="-1"/>
                      </a:lnTo>
                      <a:close/>
                    </a:path>
                  </a:pathLst>
                </a:custGeom>
                <a:solidFill>
                  <a:srgbClr val="C9DAF8"/>
                </a:solidFill>
                <a:ln cap="flat" cmpd="sng" w="12700">
                  <a:solidFill>
                    <a:srgbClr val="2F549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33" name="Google Shape;233;p16"/>
              <p:cNvSpPr/>
              <p:nvPr/>
            </p:nvSpPr>
            <p:spPr>
              <a:xfrm>
                <a:off x="3942083" y="4082715"/>
                <a:ext cx="140100" cy="1317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cxnSp>
            <p:nvCxnSpPr>
              <p:cNvPr id="234" name="Google Shape;234;p16"/>
              <p:cNvCxnSpPr/>
              <p:nvPr/>
            </p:nvCxnSpPr>
            <p:spPr>
              <a:xfrm>
                <a:off x="4084335" y="4149435"/>
                <a:ext cx="839700" cy="900"/>
              </a:xfrm>
              <a:prstGeom prst="straightConnector1">
                <a:avLst/>
              </a:prstGeom>
              <a:noFill/>
              <a:ln cap="flat" cmpd="sng" w="12700">
                <a:solidFill>
                  <a:srgbClr val="000000"/>
                </a:solidFill>
                <a:prstDash val="solid"/>
                <a:round/>
                <a:headEnd len="med" w="med" type="none"/>
                <a:tailEnd len="med" w="med" type="triangle"/>
              </a:ln>
            </p:spPr>
          </p:cxnSp>
          <p:cxnSp>
            <p:nvCxnSpPr>
              <p:cNvPr id="235" name="Google Shape;235;p16"/>
              <p:cNvCxnSpPr/>
              <p:nvPr/>
            </p:nvCxnSpPr>
            <p:spPr>
              <a:xfrm>
                <a:off x="4084335" y="4149435"/>
                <a:ext cx="839700" cy="263100"/>
              </a:xfrm>
              <a:prstGeom prst="straightConnector1">
                <a:avLst/>
              </a:prstGeom>
              <a:noFill/>
              <a:ln cap="flat" cmpd="sng" w="12700">
                <a:solidFill>
                  <a:srgbClr val="000000"/>
                </a:solidFill>
                <a:prstDash val="solid"/>
                <a:round/>
                <a:headEnd len="med" w="med" type="none"/>
                <a:tailEnd len="med" w="med" type="triangle"/>
              </a:ln>
            </p:spPr>
          </p:cxnSp>
          <p:cxnSp>
            <p:nvCxnSpPr>
              <p:cNvPr id="236" name="Google Shape;236;p16"/>
              <p:cNvCxnSpPr/>
              <p:nvPr/>
            </p:nvCxnSpPr>
            <p:spPr>
              <a:xfrm flipH="1" rot="10800000">
                <a:off x="4084335" y="3886335"/>
                <a:ext cx="839700" cy="263100"/>
              </a:xfrm>
              <a:prstGeom prst="straightConnector1">
                <a:avLst/>
              </a:prstGeom>
              <a:noFill/>
              <a:ln cap="flat" cmpd="sng" w="12700">
                <a:solidFill>
                  <a:srgbClr val="000000"/>
                </a:solidFill>
                <a:prstDash val="solid"/>
                <a:round/>
                <a:headEnd len="med" w="med" type="none"/>
                <a:tailEnd len="med" w="med" type="triangle"/>
              </a:ln>
            </p:spPr>
          </p:cxnSp>
          <p:cxnSp>
            <p:nvCxnSpPr>
              <p:cNvPr id="237" name="Google Shape;237;p16"/>
              <p:cNvCxnSpPr/>
              <p:nvPr/>
            </p:nvCxnSpPr>
            <p:spPr>
              <a:xfrm>
                <a:off x="4084335" y="4149435"/>
                <a:ext cx="839700" cy="526500"/>
              </a:xfrm>
              <a:prstGeom prst="straightConnector1">
                <a:avLst/>
              </a:prstGeom>
              <a:noFill/>
              <a:ln cap="flat" cmpd="sng" w="12700">
                <a:solidFill>
                  <a:srgbClr val="000000"/>
                </a:solidFill>
                <a:prstDash val="solid"/>
                <a:round/>
                <a:headEnd len="med" w="med" type="none"/>
                <a:tailEnd len="med" w="med" type="triangle"/>
              </a:ln>
            </p:spPr>
          </p:cxnSp>
          <p:cxnSp>
            <p:nvCxnSpPr>
              <p:cNvPr id="238" name="Google Shape;238;p16"/>
              <p:cNvCxnSpPr/>
              <p:nvPr/>
            </p:nvCxnSpPr>
            <p:spPr>
              <a:xfrm flipH="1" rot="10800000">
                <a:off x="4084335" y="3622936"/>
                <a:ext cx="839700" cy="526500"/>
              </a:xfrm>
              <a:prstGeom prst="straightConnector1">
                <a:avLst/>
              </a:prstGeom>
              <a:noFill/>
              <a:ln cap="flat" cmpd="sng" w="12700">
                <a:solidFill>
                  <a:srgbClr val="000000"/>
                </a:solidFill>
                <a:prstDash val="solid"/>
                <a:round/>
                <a:headEnd len="med" w="med" type="none"/>
                <a:tailEnd len="med" w="med" type="triangle"/>
              </a:ln>
            </p:spPr>
          </p:cxnSp>
          <p:cxnSp>
            <p:nvCxnSpPr>
              <p:cNvPr id="239" name="Google Shape;239;p16"/>
              <p:cNvCxnSpPr/>
              <p:nvPr/>
            </p:nvCxnSpPr>
            <p:spPr>
              <a:xfrm>
                <a:off x="4924012" y="4675829"/>
                <a:ext cx="839700" cy="900"/>
              </a:xfrm>
              <a:prstGeom prst="straightConnector1">
                <a:avLst/>
              </a:prstGeom>
              <a:noFill/>
              <a:ln cap="flat" cmpd="sng" w="12700">
                <a:solidFill>
                  <a:srgbClr val="0C0C0C"/>
                </a:solidFill>
                <a:prstDash val="solid"/>
                <a:round/>
                <a:headEnd len="med" w="med" type="none"/>
                <a:tailEnd len="med" w="med" type="none"/>
              </a:ln>
            </p:spPr>
          </p:cxnSp>
          <p:cxnSp>
            <p:nvCxnSpPr>
              <p:cNvPr id="240" name="Google Shape;240;p16"/>
              <p:cNvCxnSpPr/>
              <p:nvPr/>
            </p:nvCxnSpPr>
            <p:spPr>
              <a:xfrm>
                <a:off x="4924012" y="4412632"/>
                <a:ext cx="839700" cy="900"/>
              </a:xfrm>
              <a:prstGeom prst="straightConnector1">
                <a:avLst/>
              </a:prstGeom>
              <a:noFill/>
              <a:ln cap="flat" cmpd="sng" w="12700">
                <a:solidFill>
                  <a:srgbClr val="0C0C0C"/>
                </a:solidFill>
                <a:prstDash val="solid"/>
                <a:round/>
                <a:headEnd len="med" w="med" type="none"/>
                <a:tailEnd len="med" w="med" type="none"/>
              </a:ln>
            </p:spPr>
          </p:cxnSp>
          <p:cxnSp>
            <p:nvCxnSpPr>
              <p:cNvPr id="241" name="Google Shape;241;p16"/>
              <p:cNvCxnSpPr>
                <a:endCxn id="242" idx="3"/>
              </p:cNvCxnSpPr>
              <p:nvPr/>
            </p:nvCxnSpPr>
            <p:spPr>
              <a:xfrm>
                <a:off x="4923930" y="4149405"/>
                <a:ext cx="4198500" cy="0"/>
              </a:xfrm>
              <a:prstGeom prst="straightConnector1">
                <a:avLst/>
              </a:prstGeom>
              <a:noFill/>
              <a:ln cap="flat" cmpd="sng" w="9525">
                <a:solidFill>
                  <a:srgbClr val="000000"/>
                </a:solidFill>
                <a:prstDash val="dash"/>
                <a:round/>
                <a:headEnd len="med" w="med" type="none"/>
                <a:tailEnd len="med" w="med" type="none"/>
              </a:ln>
            </p:spPr>
          </p:cxnSp>
          <p:cxnSp>
            <p:nvCxnSpPr>
              <p:cNvPr id="243" name="Google Shape;243;p16"/>
              <p:cNvCxnSpPr/>
              <p:nvPr/>
            </p:nvCxnSpPr>
            <p:spPr>
              <a:xfrm>
                <a:off x="4924012" y="3886238"/>
                <a:ext cx="839700" cy="900"/>
              </a:xfrm>
              <a:prstGeom prst="straightConnector1">
                <a:avLst/>
              </a:prstGeom>
              <a:noFill/>
              <a:ln cap="flat" cmpd="sng" w="12700">
                <a:solidFill>
                  <a:srgbClr val="0C0C0C"/>
                </a:solidFill>
                <a:prstDash val="solid"/>
                <a:round/>
                <a:headEnd len="med" w="med" type="none"/>
                <a:tailEnd len="med" w="med" type="none"/>
              </a:ln>
            </p:spPr>
          </p:cxnSp>
          <p:cxnSp>
            <p:nvCxnSpPr>
              <p:cNvPr id="244" name="Google Shape;244;p16"/>
              <p:cNvCxnSpPr/>
              <p:nvPr/>
            </p:nvCxnSpPr>
            <p:spPr>
              <a:xfrm flipH="1" rot="10800000">
                <a:off x="4921971" y="3624057"/>
                <a:ext cx="841800" cy="14700"/>
              </a:xfrm>
              <a:prstGeom prst="straightConnector1">
                <a:avLst/>
              </a:prstGeom>
              <a:noFill/>
              <a:ln cap="flat" cmpd="sng" w="12700">
                <a:solidFill>
                  <a:srgbClr val="0C0C0C"/>
                </a:solidFill>
                <a:prstDash val="solid"/>
                <a:round/>
                <a:headEnd len="med" w="med" type="none"/>
                <a:tailEnd len="med" w="med" type="none"/>
              </a:ln>
            </p:spPr>
          </p:cxnSp>
          <p:grpSp>
            <p:nvGrpSpPr>
              <p:cNvPr id="245" name="Google Shape;245;p16"/>
              <p:cNvGrpSpPr/>
              <p:nvPr/>
            </p:nvGrpSpPr>
            <p:grpSpPr>
              <a:xfrm>
                <a:off x="5763811" y="2438655"/>
                <a:ext cx="160800" cy="3421671"/>
                <a:chOff x="5763811" y="2438655"/>
                <a:chExt cx="160800" cy="3421671"/>
              </a:xfrm>
            </p:grpSpPr>
            <p:sp>
              <p:nvSpPr>
                <p:cNvPr id="246" name="Google Shape;246;p16"/>
                <p:cNvSpPr/>
                <p:nvPr/>
              </p:nvSpPr>
              <p:spPr>
                <a:xfrm>
                  <a:off x="5763811" y="4939026"/>
                  <a:ext cx="140100" cy="921300"/>
                </a:xfrm>
                <a:prstGeom prst="rect">
                  <a:avLst/>
                </a:prstGeom>
                <a:solidFill>
                  <a:srgbClr val="9933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7" name="Google Shape;247;p16"/>
                <p:cNvSpPr/>
                <p:nvPr/>
              </p:nvSpPr>
              <p:spPr>
                <a:xfrm>
                  <a:off x="5763811" y="4675829"/>
                  <a:ext cx="140100" cy="263100"/>
                </a:xfrm>
                <a:prstGeom prst="rtTriangle">
                  <a:avLst/>
                </a:prstGeom>
                <a:solidFill>
                  <a:srgbClr val="9933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48" name="Google Shape;248;p16"/>
                <p:cNvGrpSpPr/>
                <p:nvPr/>
              </p:nvGrpSpPr>
              <p:grpSpPr>
                <a:xfrm>
                  <a:off x="5763811" y="2438655"/>
                  <a:ext cx="160800" cy="1184387"/>
                  <a:chOff x="5763811" y="2438655"/>
                  <a:chExt cx="160800" cy="1184387"/>
                </a:xfrm>
              </p:grpSpPr>
              <p:sp>
                <p:nvSpPr>
                  <p:cNvPr id="249" name="Google Shape;249;p16"/>
                  <p:cNvSpPr/>
                  <p:nvPr/>
                </p:nvSpPr>
                <p:spPr>
                  <a:xfrm>
                    <a:off x="5763811" y="2438655"/>
                    <a:ext cx="160800" cy="921300"/>
                  </a:xfrm>
                  <a:prstGeom prst="rect">
                    <a:avLst/>
                  </a:prstGeom>
                  <a:solidFill>
                    <a:srgbClr val="9933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0" name="Google Shape;250;p16"/>
                  <p:cNvSpPr/>
                  <p:nvPr/>
                </p:nvSpPr>
                <p:spPr>
                  <a:xfrm flipH="1" rot="10800000">
                    <a:off x="5763811" y="3359942"/>
                    <a:ext cx="160800" cy="263100"/>
                  </a:xfrm>
                  <a:prstGeom prst="rtTriangle">
                    <a:avLst/>
                  </a:prstGeom>
                  <a:solidFill>
                    <a:srgbClr val="9933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cxnSp>
            <p:nvCxnSpPr>
              <p:cNvPr id="251" name="Google Shape;251;p16"/>
              <p:cNvCxnSpPr/>
              <p:nvPr/>
            </p:nvCxnSpPr>
            <p:spPr>
              <a:xfrm flipH="1" rot="10800000">
                <a:off x="5763811" y="3717436"/>
                <a:ext cx="1598100" cy="432000"/>
              </a:xfrm>
              <a:prstGeom prst="straightConnector1">
                <a:avLst/>
              </a:prstGeom>
              <a:noFill/>
              <a:ln cap="flat" cmpd="sng" w="12700">
                <a:solidFill>
                  <a:srgbClr val="000000"/>
                </a:solidFill>
                <a:prstDash val="solid"/>
                <a:round/>
                <a:headEnd len="med" w="med" type="none"/>
                <a:tailEnd len="med" w="med" type="triangle"/>
              </a:ln>
            </p:spPr>
          </p:cxnSp>
          <p:cxnSp>
            <p:nvCxnSpPr>
              <p:cNvPr id="252" name="Google Shape;252;p16"/>
              <p:cNvCxnSpPr/>
              <p:nvPr/>
            </p:nvCxnSpPr>
            <p:spPr>
              <a:xfrm flipH="1" rot="10800000">
                <a:off x="5763811" y="3997133"/>
                <a:ext cx="1587300" cy="415500"/>
              </a:xfrm>
              <a:prstGeom prst="straightConnector1">
                <a:avLst/>
              </a:prstGeom>
              <a:noFill/>
              <a:ln cap="flat" cmpd="sng" w="12700">
                <a:solidFill>
                  <a:srgbClr val="000000"/>
                </a:solidFill>
                <a:prstDash val="solid"/>
                <a:round/>
                <a:headEnd len="med" w="med" type="none"/>
                <a:tailEnd len="med" w="med" type="triangle"/>
              </a:ln>
            </p:spPr>
          </p:cxnSp>
          <p:cxnSp>
            <p:nvCxnSpPr>
              <p:cNvPr id="253" name="Google Shape;253;p16"/>
              <p:cNvCxnSpPr/>
              <p:nvPr/>
            </p:nvCxnSpPr>
            <p:spPr>
              <a:xfrm flipH="1" rot="10800000">
                <a:off x="5763811" y="4242930"/>
                <a:ext cx="1598100" cy="432900"/>
              </a:xfrm>
              <a:prstGeom prst="straightConnector1">
                <a:avLst/>
              </a:prstGeom>
              <a:noFill/>
              <a:ln cap="flat" cmpd="sng" w="12700">
                <a:solidFill>
                  <a:srgbClr val="000000"/>
                </a:solidFill>
                <a:prstDash val="solid"/>
                <a:round/>
                <a:headEnd len="med" w="med" type="none"/>
                <a:tailEnd len="med" w="med" type="triangle"/>
              </a:ln>
            </p:spPr>
          </p:cxnSp>
          <p:cxnSp>
            <p:nvCxnSpPr>
              <p:cNvPr id="254" name="Google Shape;254;p16"/>
              <p:cNvCxnSpPr/>
              <p:nvPr/>
            </p:nvCxnSpPr>
            <p:spPr>
              <a:xfrm flipH="1" rot="10800000">
                <a:off x="5763811" y="3483039"/>
                <a:ext cx="1598100" cy="403200"/>
              </a:xfrm>
              <a:prstGeom prst="straightConnector1">
                <a:avLst/>
              </a:prstGeom>
              <a:noFill/>
              <a:ln cap="flat" cmpd="sng" w="12700">
                <a:solidFill>
                  <a:srgbClr val="000000"/>
                </a:solidFill>
                <a:prstDash val="solid"/>
                <a:round/>
                <a:headEnd len="med" w="med" type="none"/>
                <a:tailEnd len="med" w="med" type="triangle"/>
              </a:ln>
            </p:spPr>
          </p:cxnSp>
          <p:cxnSp>
            <p:nvCxnSpPr>
              <p:cNvPr id="255" name="Google Shape;255;p16"/>
              <p:cNvCxnSpPr/>
              <p:nvPr/>
            </p:nvCxnSpPr>
            <p:spPr>
              <a:xfrm flipH="1" rot="10800000">
                <a:off x="5763811" y="3279543"/>
                <a:ext cx="1587300" cy="343500"/>
              </a:xfrm>
              <a:prstGeom prst="straightConnector1">
                <a:avLst/>
              </a:prstGeom>
              <a:noFill/>
              <a:ln cap="flat" cmpd="sng" w="12700">
                <a:solidFill>
                  <a:srgbClr val="000000"/>
                </a:solidFill>
                <a:prstDash val="solid"/>
                <a:round/>
                <a:headEnd len="med" w="med" type="none"/>
                <a:tailEnd len="med" w="med" type="triangle"/>
              </a:ln>
            </p:spPr>
          </p:cxnSp>
          <p:cxnSp>
            <p:nvCxnSpPr>
              <p:cNvPr id="256" name="Google Shape;256;p16"/>
              <p:cNvCxnSpPr/>
              <p:nvPr/>
            </p:nvCxnSpPr>
            <p:spPr>
              <a:xfrm>
                <a:off x="5763811" y="3623042"/>
                <a:ext cx="0" cy="1052700"/>
              </a:xfrm>
              <a:prstGeom prst="straightConnector1">
                <a:avLst/>
              </a:prstGeom>
              <a:noFill/>
              <a:ln cap="flat" cmpd="sng" w="9525">
                <a:solidFill>
                  <a:srgbClr val="000000"/>
                </a:solidFill>
                <a:prstDash val="dash"/>
                <a:round/>
                <a:headEnd len="med" w="med" type="none"/>
                <a:tailEnd len="med" w="med" type="none"/>
              </a:ln>
            </p:spPr>
          </p:cxnSp>
          <p:cxnSp>
            <p:nvCxnSpPr>
              <p:cNvPr id="257" name="Google Shape;257;p16"/>
              <p:cNvCxnSpPr/>
              <p:nvPr/>
            </p:nvCxnSpPr>
            <p:spPr>
              <a:xfrm>
                <a:off x="5763811" y="3623042"/>
                <a:ext cx="331500" cy="987000"/>
              </a:xfrm>
              <a:prstGeom prst="straightConnector1">
                <a:avLst/>
              </a:prstGeom>
              <a:noFill/>
              <a:ln cap="flat" cmpd="sng" w="9525">
                <a:solidFill>
                  <a:srgbClr val="000000"/>
                </a:solidFill>
                <a:prstDash val="dash"/>
                <a:round/>
                <a:headEnd len="med" w="med" type="none"/>
                <a:tailEnd len="med" w="med" type="none"/>
              </a:ln>
            </p:spPr>
          </p:cxnSp>
          <p:sp>
            <p:nvSpPr>
              <p:cNvPr id="242" name="Google Shape;242;p16"/>
              <p:cNvSpPr/>
              <p:nvPr/>
            </p:nvSpPr>
            <p:spPr>
              <a:xfrm>
                <a:off x="8983530" y="2438655"/>
                <a:ext cx="138900" cy="3421500"/>
              </a:xfrm>
              <a:prstGeom prst="rect">
                <a:avLst/>
              </a:prstGeom>
              <a:solidFill>
                <a:srgbClr val="75707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cxnSp>
            <p:nvCxnSpPr>
              <p:cNvPr id="258" name="Google Shape;258;p16"/>
              <p:cNvCxnSpPr/>
              <p:nvPr/>
            </p:nvCxnSpPr>
            <p:spPr>
              <a:xfrm flipH="1" rot="10800000">
                <a:off x="7351138" y="2964942"/>
                <a:ext cx="1632300" cy="1277100"/>
              </a:xfrm>
              <a:prstGeom prst="straightConnector1">
                <a:avLst/>
              </a:prstGeom>
              <a:noFill/>
              <a:ln cap="flat" cmpd="sng" w="12700">
                <a:solidFill>
                  <a:srgbClr val="000000"/>
                </a:solidFill>
                <a:prstDash val="solid"/>
                <a:round/>
                <a:headEnd len="med" w="med" type="none"/>
                <a:tailEnd len="med" w="med" type="none"/>
              </a:ln>
            </p:spPr>
          </p:cxnSp>
          <p:cxnSp>
            <p:nvCxnSpPr>
              <p:cNvPr id="259" name="Google Shape;259;p16"/>
              <p:cNvCxnSpPr/>
              <p:nvPr/>
            </p:nvCxnSpPr>
            <p:spPr>
              <a:xfrm flipH="1" rot="10800000">
                <a:off x="7303075" y="2965137"/>
                <a:ext cx="1680600" cy="1052700"/>
              </a:xfrm>
              <a:prstGeom prst="straightConnector1">
                <a:avLst/>
              </a:prstGeom>
              <a:noFill/>
              <a:ln cap="flat" cmpd="sng" w="12700">
                <a:solidFill>
                  <a:srgbClr val="000000"/>
                </a:solidFill>
                <a:prstDash val="solid"/>
                <a:round/>
                <a:headEnd len="med" w="med" type="none"/>
                <a:tailEnd len="med" w="med" type="none"/>
              </a:ln>
            </p:spPr>
          </p:cxnSp>
          <p:cxnSp>
            <p:nvCxnSpPr>
              <p:cNvPr id="260" name="Google Shape;260;p16"/>
              <p:cNvCxnSpPr/>
              <p:nvPr/>
            </p:nvCxnSpPr>
            <p:spPr>
              <a:xfrm flipH="1" rot="10800000">
                <a:off x="7303075" y="2965040"/>
                <a:ext cx="1680600" cy="789600"/>
              </a:xfrm>
              <a:prstGeom prst="straightConnector1">
                <a:avLst/>
              </a:prstGeom>
              <a:noFill/>
              <a:ln cap="flat" cmpd="sng" w="12700">
                <a:solidFill>
                  <a:srgbClr val="000000"/>
                </a:solidFill>
                <a:prstDash val="solid"/>
                <a:round/>
                <a:headEnd len="med" w="med" type="none"/>
                <a:tailEnd len="med" w="med" type="none"/>
              </a:ln>
            </p:spPr>
          </p:cxnSp>
          <p:cxnSp>
            <p:nvCxnSpPr>
              <p:cNvPr id="261" name="Google Shape;261;p16"/>
              <p:cNvCxnSpPr/>
              <p:nvPr/>
            </p:nvCxnSpPr>
            <p:spPr>
              <a:xfrm flipH="1" rot="10800000">
                <a:off x="7303075" y="2964943"/>
                <a:ext cx="1680600" cy="526500"/>
              </a:xfrm>
              <a:prstGeom prst="straightConnector1">
                <a:avLst/>
              </a:prstGeom>
              <a:noFill/>
              <a:ln cap="flat" cmpd="sng" w="12700">
                <a:solidFill>
                  <a:srgbClr val="000000"/>
                </a:solidFill>
                <a:prstDash val="solid"/>
                <a:round/>
                <a:headEnd len="med" w="med" type="none"/>
                <a:tailEnd len="med" w="med" type="none"/>
              </a:ln>
            </p:spPr>
          </p:cxnSp>
          <p:cxnSp>
            <p:nvCxnSpPr>
              <p:cNvPr id="262" name="Google Shape;262;p16"/>
              <p:cNvCxnSpPr/>
              <p:nvPr/>
            </p:nvCxnSpPr>
            <p:spPr>
              <a:xfrm flipH="1" rot="10800000">
                <a:off x="7326838" y="2965187"/>
                <a:ext cx="1656600" cy="321000"/>
              </a:xfrm>
              <a:prstGeom prst="straightConnector1">
                <a:avLst/>
              </a:prstGeom>
              <a:noFill/>
              <a:ln cap="flat" cmpd="sng" w="12700">
                <a:solidFill>
                  <a:srgbClr val="000000"/>
                </a:solidFill>
                <a:prstDash val="solid"/>
                <a:round/>
                <a:headEnd len="med" w="med" type="none"/>
                <a:tailEnd len="med" w="med" type="none"/>
              </a:ln>
            </p:spPr>
          </p:cxnSp>
          <p:sp>
            <p:nvSpPr>
              <p:cNvPr id="263" name="Google Shape;263;p16"/>
              <p:cNvSpPr/>
              <p:nvPr/>
            </p:nvSpPr>
            <p:spPr>
              <a:xfrm>
                <a:off x="5483510" y="4149435"/>
                <a:ext cx="140100" cy="526500"/>
              </a:xfrm>
              <a:prstGeom prst="leftBrace">
                <a:avLst>
                  <a:gd fmla="val 33101" name="adj1"/>
                  <a:gd fmla="val 50000" name="adj2"/>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4" name="Google Shape;264;p16"/>
              <p:cNvSpPr/>
              <p:nvPr/>
            </p:nvSpPr>
            <p:spPr>
              <a:xfrm flipH="1" rot="10800000">
                <a:off x="5763811" y="3820412"/>
                <a:ext cx="160920" cy="197424"/>
              </a:xfrm>
              <a:custGeom>
                <a:rect b="b" l="l" r="r" t="t"/>
                <a:pathLst>
                  <a:path extrusionOk="0" fill="none" h="21600" w="21600">
                    <a:moveTo>
                      <a:pt x="-1" y="0"/>
                    </a:moveTo>
                    <a:cubicBezTo>
                      <a:pt x="6228" y="0"/>
                      <a:pt x="12154" y="2688"/>
                      <a:pt x="16255" y="7376"/>
                    </a:cubicBezTo>
                  </a:path>
                  <a:path extrusionOk="0" h="21600" w="21600">
                    <a:moveTo>
                      <a:pt x="-1" y="0"/>
                    </a:moveTo>
                    <a:cubicBezTo>
                      <a:pt x="6228" y="0"/>
                      <a:pt x="12154" y="2688"/>
                      <a:pt x="16255" y="7376"/>
                    </a:cubicBezTo>
                    <a:lnTo>
                      <a:pt x="0" y="21600"/>
                    </a:lnTo>
                    <a:lnTo>
                      <a:pt x="-1" y="0"/>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5" name="Google Shape;265;p16"/>
              <p:cNvSpPr/>
              <p:nvPr/>
            </p:nvSpPr>
            <p:spPr>
              <a:xfrm>
                <a:off x="6222849" y="4029545"/>
                <a:ext cx="101304" cy="118962"/>
              </a:xfrm>
              <a:custGeom>
                <a:rect b="b" l="l" r="r" t="t"/>
                <a:pathLst>
                  <a:path extrusionOk="0" fill="none" h="21600" w="21600">
                    <a:moveTo>
                      <a:pt x="-1" y="0"/>
                    </a:moveTo>
                    <a:cubicBezTo>
                      <a:pt x="11929" y="0"/>
                      <a:pt x="21600" y="9670"/>
                      <a:pt x="21600" y="21600"/>
                    </a:cubicBezTo>
                  </a:path>
                  <a:path extrusionOk="0" h="21600" w="21600">
                    <a:moveTo>
                      <a:pt x="-1" y="0"/>
                    </a:moveTo>
                    <a:cubicBezTo>
                      <a:pt x="11929" y="0"/>
                      <a:pt x="21600" y="9670"/>
                      <a:pt x="21600" y="21600"/>
                    </a:cubicBezTo>
                    <a:lnTo>
                      <a:pt x="0" y="21600"/>
                    </a:lnTo>
                    <a:lnTo>
                      <a:pt x="-1" y="0"/>
                    </a:lnTo>
                    <a:close/>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6" name="Google Shape;266;p16"/>
              <p:cNvSpPr txBox="1"/>
              <p:nvPr/>
            </p:nvSpPr>
            <p:spPr>
              <a:xfrm rot="10566725">
                <a:off x="6237387" y="3936287"/>
                <a:ext cx="216799" cy="119974"/>
              </a:xfrm>
              <a:prstGeom prst="rect">
                <a:avLst/>
              </a:prstGeom>
              <a:solidFill>
                <a:srgbClr val="FFFFFF">
                  <a:alpha val="0"/>
                </a:srgbClr>
              </a:solid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i="1" lang="en-US" sz="1100">
                    <a:solidFill>
                      <a:srgbClr val="000000"/>
                    </a:solidFill>
                    <a:latin typeface="Calibri"/>
                    <a:ea typeface="Calibri"/>
                    <a:cs typeface="Calibri"/>
                    <a:sym typeface="Calibri"/>
                  </a:rPr>
                  <a:t>θ</a:t>
                </a:r>
                <a:endParaRPr sz="1100">
                  <a:solidFill>
                    <a:srgbClr val="000000"/>
                  </a:solidFill>
                  <a:latin typeface="Calibri"/>
                  <a:ea typeface="Calibri"/>
                  <a:cs typeface="Calibri"/>
                  <a:sym typeface="Calibri"/>
                </a:endParaRPr>
              </a:p>
            </p:txBody>
          </p:sp>
          <p:sp>
            <p:nvSpPr>
              <p:cNvPr id="267" name="Google Shape;267;p16"/>
              <p:cNvSpPr/>
              <p:nvPr/>
            </p:nvSpPr>
            <p:spPr>
              <a:xfrm>
                <a:off x="5494845" y="3623041"/>
                <a:ext cx="140100" cy="526500"/>
              </a:xfrm>
              <a:prstGeom prst="leftBrace">
                <a:avLst>
                  <a:gd fmla="val 33101" name="adj1"/>
                  <a:gd fmla="val 50000" name="adj2"/>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8" name="Google Shape;268;p16"/>
              <p:cNvSpPr txBox="1"/>
              <p:nvPr/>
            </p:nvSpPr>
            <p:spPr>
              <a:xfrm>
                <a:off x="5709903" y="3933776"/>
                <a:ext cx="216900" cy="120000"/>
              </a:xfrm>
              <a:prstGeom prst="rect">
                <a:avLst/>
              </a:prstGeom>
              <a:solidFill>
                <a:srgbClr val="FFFFFF">
                  <a:alpha val="0"/>
                </a:srgbClr>
              </a:solid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i="1" lang="en-US" sz="1100">
                    <a:solidFill>
                      <a:srgbClr val="000000"/>
                    </a:solidFill>
                    <a:latin typeface="Calibri"/>
                    <a:ea typeface="Calibri"/>
                    <a:cs typeface="Calibri"/>
                    <a:sym typeface="Calibri"/>
                  </a:rPr>
                  <a:t>θ</a:t>
                </a:r>
                <a:endParaRPr sz="1100">
                  <a:solidFill>
                    <a:srgbClr val="000000"/>
                  </a:solidFill>
                  <a:latin typeface="Calibri"/>
                  <a:ea typeface="Calibri"/>
                  <a:cs typeface="Calibri"/>
                  <a:sym typeface="Calibri"/>
                </a:endParaRPr>
              </a:p>
            </p:txBody>
          </p:sp>
          <p:cxnSp>
            <p:nvCxnSpPr>
              <p:cNvPr id="269" name="Google Shape;269;p16"/>
              <p:cNvCxnSpPr/>
              <p:nvPr/>
            </p:nvCxnSpPr>
            <p:spPr>
              <a:xfrm>
                <a:off x="4921971" y="4148513"/>
                <a:ext cx="839700" cy="900"/>
              </a:xfrm>
              <a:prstGeom prst="straightConnector1">
                <a:avLst/>
              </a:prstGeom>
              <a:noFill/>
              <a:ln cap="flat" cmpd="sng" w="12700">
                <a:solidFill>
                  <a:srgbClr val="0C0C0C"/>
                </a:solidFill>
                <a:prstDash val="solid"/>
                <a:round/>
                <a:headEnd len="med" w="med" type="none"/>
                <a:tailEnd len="med" w="med" type="none"/>
              </a:ln>
            </p:spPr>
          </p:cxnSp>
          <p:sp>
            <p:nvSpPr>
              <p:cNvPr id="270" name="Google Shape;270;p16"/>
              <p:cNvSpPr txBox="1"/>
              <p:nvPr/>
            </p:nvSpPr>
            <p:spPr>
              <a:xfrm>
                <a:off x="5634934" y="2083515"/>
                <a:ext cx="539700" cy="391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000000"/>
                    </a:solidFill>
                    <a:latin typeface="Calibri"/>
                    <a:ea typeface="Calibri"/>
                    <a:cs typeface="Calibri"/>
                    <a:sym typeface="Calibri"/>
                  </a:rPr>
                  <a:t>Slit</a:t>
                </a:r>
                <a:endParaRPr sz="1500">
                  <a:solidFill>
                    <a:srgbClr val="000000"/>
                  </a:solidFill>
                  <a:latin typeface="Calibri"/>
                  <a:ea typeface="Calibri"/>
                  <a:cs typeface="Calibri"/>
                  <a:sym typeface="Calibri"/>
                </a:endParaRPr>
              </a:p>
            </p:txBody>
          </p:sp>
          <p:sp>
            <p:nvSpPr>
              <p:cNvPr id="271" name="Google Shape;271;p16"/>
              <p:cNvSpPr txBox="1"/>
              <p:nvPr/>
            </p:nvSpPr>
            <p:spPr>
              <a:xfrm>
                <a:off x="8703241" y="2129345"/>
                <a:ext cx="764400" cy="391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000000"/>
                    </a:solidFill>
                    <a:latin typeface="Calibri"/>
                    <a:ea typeface="Calibri"/>
                    <a:cs typeface="Calibri"/>
                    <a:sym typeface="Calibri"/>
                  </a:rPr>
                  <a:t>Screen</a:t>
                </a:r>
                <a:endParaRPr sz="1500">
                  <a:solidFill>
                    <a:srgbClr val="000000"/>
                  </a:solidFill>
                  <a:latin typeface="Calibri"/>
                  <a:ea typeface="Calibri"/>
                  <a:cs typeface="Calibri"/>
                  <a:sym typeface="Calibri"/>
                </a:endParaRPr>
              </a:p>
            </p:txBody>
          </p:sp>
          <p:sp>
            <p:nvSpPr>
              <p:cNvPr id="272" name="Google Shape;272;p16"/>
              <p:cNvSpPr txBox="1"/>
              <p:nvPr/>
            </p:nvSpPr>
            <p:spPr>
              <a:xfrm>
                <a:off x="5167747" y="3836452"/>
                <a:ext cx="539700" cy="29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000000"/>
                    </a:solidFill>
                    <a:latin typeface="Calibri"/>
                    <a:ea typeface="Calibri"/>
                    <a:cs typeface="Calibri"/>
                    <a:sym typeface="Calibri"/>
                  </a:rPr>
                  <a:t>d/2</a:t>
                </a:r>
                <a:endParaRPr sz="1000">
                  <a:solidFill>
                    <a:srgbClr val="000000"/>
                  </a:solidFill>
                  <a:latin typeface="Calibri"/>
                  <a:ea typeface="Calibri"/>
                  <a:cs typeface="Calibri"/>
                  <a:sym typeface="Calibri"/>
                </a:endParaRPr>
              </a:p>
            </p:txBody>
          </p:sp>
          <p:sp>
            <p:nvSpPr>
              <p:cNvPr id="273" name="Google Shape;273;p16"/>
              <p:cNvSpPr txBox="1"/>
              <p:nvPr/>
            </p:nvSpPr>
            <p:spPr>
              <a:xfrm>
                <a:off x="5164220" y="4363809"/>
                <a:ext cx="539700" cy="29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000000"/>
                    </a:solidFill>
                    <a:latin typeface="Calibri"/>
                    <a:ea typeface="Calibri"/>
                    <a:cs typeface="Calibri"/>
                    <a:sym typeface="Calibri"/>
                  </a:rPr>
                  <a:t>d/2</a:t>
                </a:r>
                <a:endParaRPr sz="1000">
                  <a:solidFill>
                    <a:srgbClr val="000000"/>
                  </a:solidFill>
                  <a:latin typeface="Calibri"/>
                  <a:ea typeface="Calibri"/>
                  <a:cs typeface="Calibri"/>
                  <a:sym typeface="Calibri"/>
                </a:endParaRPr>
              </a:p>
            </p:txBody>
          </p:sp>
          <p:sp>
            <p:nvSpPr>
              <p:cNvPr id="274" name="Google Shape;274;p16"/>
              <p:cNvSpPr txBox="1"/>
              <p:nvPr/>
            </p:nvSpPr>
            <p:spPr>
              <a:xfrm>
                <a:off x="5547088" y="3279324"/>
                <a:ext cx="330600" cy="391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000000"/>
                    </a:solidFill>
                    <a:latin typeface="Calibri"/>
                    <a:ea typeface="Calibri"/>
                    <a:cs typeface="Calibri"/>
                    <a:sym typeface="Calibri"/>
                  </a:rPr>
                  <a:t>A</a:t>
                </a:r>
                <a:endParaRPr sz="1500">
                  <a:solidFill>
                    <a:srgbClr val="000000"/>
                  </a:solidFill>
                  <a:latin typeface="Calibri"/>
                  <a:ea typeface="Calibri"/>
                  <a:cs typeface="Calibri"/>
                  <a:sym typeface="Calibri"/>
                </a:endParaRPr>
              </a:p>
            </p:txBody>
          </p:sp>
          <p:sp>
            <p:nvSpPr>
              <p:cNvPr id="275" name="Google Shape;275;p16"/>
              <p:cNvSpPr txBox="1"/>
              <p:nvPr/>
            </p:nvSpPr>
            <p:spPr>
              <a:xfrm>
                <a:off x="5530119" y="4622756"/>
                <a:ext cx="330600" cy="391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000000"/>
                    </a:solidFill>
                    <a:latin typeface="Calibri"/>
                    <a:ea typeface="Calibri"/>
                    <a:cs typeface="Calibri"/>
                    <a:sym typeface="Calibri"/>
                  </a:rPr>
                  <a:t>B</a:t>
                </a:r>
                <a:endParaRPr sz="1500">
                  <a:solidFill>
                    <a:srgbClr val="000000"/>
                  </a:solidFill>
                  <a:latin typeface="Calibri"/>
                  <a:ea typeface="Calibri"/>
                  <a:cs typeface="Calibri"/>
                  <a:sym typeface="Calibri"/>
                </a:endParaRPr>
              </a:p>
            </p:txBody>
          </p:sp>
          <p:sp>
            <p:nvSpPr>
              <p:cNvPr id="276" name="Google Shape;276;p16"/>
              <p:cNvSpPr txBox="1"/>
              <p:nvPr/>
            </p:nvSpPr>
            <p:spPr>
              <a:xfrm flipH="1">
                <a:off x="3730102" y="3997164"/>
                <a:ext cx="252900" cy="391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000000"/>
                    </a:solidFill>
                    <a:latin typeface="Calibri"/>
                    <a:ea typeface="Calibri"/>
                    <a:cs typeface="Calibri"/>
                    <a:sym typeface="Calibri"/>
                  </a:rPr>
                  <a:t>S</a:t>
                </a:r>
                <a:endParaRPr sz="1500">
                  <a:solidFill>
                    <a:srgbClr val="000000"/>
                  </a:solidFill>
                  <a:latin typeface="Calibri"/>
                  <a:ea typeface="Calibri"/>
                  <a:cs typeface="Calibri"/>
                  <a:sym typeface="Calibri"/>
                </a:endParaRPr>
              </a:p>
            </p:txBody>
          </p:sp>
          <p:sp>
            <p:nvSpPr>
              <p:cNvPr id="277" name="Google Shape;277;p16"/>
              <p:cNvSpPr txBox="1"/>
              <p:nvPr/>
            </p:nvSpPr>
            <p:spPr>
              <a:xfrm>
                <a:off x="9046761" y="2749360"/>
                <a:ext cx="330600" cy="391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000000"/>
                    </a:solidFill>
                    <a:latin typeface="Calibri"/>
                    <a:ea typeface="Calibri"/>
                    <a:cs typeface="Calibri"/>
                    <a:sym typeface="Calibri"/>
                  </a:rPr>
                  <a:t>Q</a:t>
                </a:r>
                <a:endParaRPr sz="1500">
                  <a:solidFill>
                    <a:srgbClr val="000000"/>
                  </a:solidFill>
                  <a:latin typeface="Calibri"/>
                  <a:ea typeface="Calibri"/>
                  <a:cs typeface="Calibri"/>
                  <a:sym typeface="Calibri"/>
                </a:endParaRPr>
              </a:p>
            </p:txBody>
          </p:sp>
          <p:sp>
            <p:nvSpPr>
              <p:cNvPr id="278" name="Google Shape;278;p16"/>
              <p:cNvSpPr txBox="1"/>
              <p:nvPr/>
            </p:nvSpPr>
            <p:spPr>
              <a:xfrm>
                <a:off x="5986777" y="4502077"/>
                <a:ext cx="330600" cy="391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000000"/>
                    </a:solidFill>
                    <a:latin typeface="Calibri"/>
                    <a:ea typeface="Calibri"/>
                    <a:cs typeface="Calibri"/>
                    <a:sym typeface="Calibri"/>
                  </a:rPr>
                  <a:t>M</a:t>
                </a:r>
                <a:endParaRPr sz="1500">
                  <a:solidFill>
                    <a:srgbClr val="000000"/>
                  </a:solidFill>
                  <a:latin typeface="Calibri"/>
                  <a:ea typeface="Calibri"/>
                  <a:cs typeface="Calibri"/>
                  <a:sym typeface="Calibri"/>
                </a:endParaRPr>
              </a:p>
            </p:txBody>
          </p:sp>
          <p:sp>
            <p:nvSpPr>
              <p:cNvPr id="279" name="Google Shape;279;p16"/>
              <p:cNvSpPr txBox="1"/>
              <p:nvPr/>
            </p:nvSpPr>
            <p:spPr>
              <a:xfrm>
                <a:off x="4690121" y="5966956"/>
                <a:ext cx="474000" cy="391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000000"/>
                    </a:solidFill>
                    <a:latin typeface="Calibri"/>
                    <a:ea typeface="Calibri"/>
                    <a:cs typeface="Calibri"/>
                    <a:sym typeface="Calibri"/>
                  </a:rPr>
                  <a:t>L1</a:t>
                </a:r>
                <a:endParaRPr sz="1500">
                  <a:solidFill>
                    <a:srgbClr val="000000"/>
                  </a:solidFill>
                  <a:latin typeface="Calibri"/>
                  <a:ea typeface="Calibri"/>
                  <a:cs typeface="Calibri"/>
                  <a:sym typeface="Calibri"/>
                </a:endParaRPr>
              </a:p>
            </p:txBody>
          </p:sp>
          <p:sp>
            <p:nvSpPr>
              <p:cNvPr id="280" name="Google Shape;280;p16"/>
              <p:cNvSpPr txBox="1"/>
              <p:nvPr/>
            </p:nvSpPr>
            <p:spPr>
              <a:xfrm>
                <a:off x="7168659" y="5972787"/>
                <a:ext cx="474000" cy="391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000000"/>
                    </a:solidFill>
                    <a:latin typeface="Calibri"/>
                    <a:ea typeface="Calibri"/>
                    <a:cs typeface="Calibri"/>
                    <a:sym typeface="Calibri"/>
                  </a:rPr>
                  <a:t>L2</a:t>
                </a:r>
                <a:endParaRPr sz="1500">
                  <a:solidFill>
                    <a:srgbClr val="000000"/>
                  </a:solidFill>
                  <a:latin typeface="Calibri"/>
                  <a:ea typeface="Calibri"/>
                  <a:cs typeface="Calibri"/>
                  <a:sym typeface="Calibri"/>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496D"/>
        </a:solidFill>
      </p:bgPr>
    </p:bg>
    <p:spTree>
      <p:nvGrpSpPr>
        <p:cNvPr id="284" name="Shape 284"/>
        <p:cNvGrpSpPr/>
        <p:nvPr/>
      </p:nvGrpSpPr>
      <p:grpSpPr>
        <a:xfrm>
          <a:off x="0" y="0"/>
          <a:ext cx="0" cy="0"/>
          <a:chOff x="0" y="0"/>
          <a:chExt cx="0" cy="0"/>
        </a:xfrm>
      </p:grpSpPr>
      <p:sp>
        <p:nvSpPr>
          <p:cNvPr id="285" name="Google Shape;285;p17"/>
          <p:cNvSpPr txBox="1"/>
          <p:nvPr/>
        </p:nvSpPr>
        <p:spPr>
          <a:xfrm>
            <a:off x="363700" y="1914723"/>
            <a:ext cx="8976600" cy="1608300"/>
          </a:xfrm>
          <a:prstGeom prst="rect">
            <a:avLst/>
          </a:prstGeom>
          <a:noFill/>
          <a:ln>
            <a:noFill/>
          </a:ln>
        </p:spPr>
        <p:txBody>
          <a:bodyPr anchorCtr="0" anchor="t" bIns="0" lIns="0" spcFirstLastPara="1" rIns="0" wrap="square" tIns="0">
            <a:spAutoFit/>
          </a:bodyPr>
          <a:lstStyle/>
          <a:p>
            <a:pPr indent="-412877" lvl="0" marL="457200" marR="0" rtl="0" algn="l">
              <a:lnSpc>
                <a:spcPct val="130014"/>
              </a:lnSpc>
              <a:spcBef>
                <a:spcPts val="0"/>
              </a:spcBef>
              <a:spcAft>
                <a:spcPts val="0"/>
              </a:spcAft>
              <a:buClr>
                <a:schemeClr val="lt1"/>
              </a:buClr>
              <a:buSzPts val="2902"/>
              <a:buFont typeface="Poppins"/>
              <a:buChar char="❏"/>
            </a:pPr>
            <a:r>
              <a:rPr lang="en-US" sz="2902">
                <a:solidFill>
                  <a:schemeClr val="lt1"/>
                </a:solidFill>
                <a:latin typeface="Poppins"/>
                <a:ea typeface="Poppins"/>
                <a:cs typeface="Poppins"/>
                <a:sym typeface="Poppins"/>
              </a:rPr>
              <a:t>Diffraction</a:t>
            </a:r>
            <a:endParaRPr sz="2902">
              <a:solidFill>
                <a:schemeClr val="lt1"/>
              </a:solidFill>
              <a:latin typeface="Poppins"/>
              <a:ea typeface="Poppins"/>
              <a:cs typeface="Poppins"/>
              <a:sym typeface="Poppins"/>
            </a:endParaRPr>
          </a:p>
          <a:p>
            <a:pPr indent="-412877" lvl="0" marL="457200" marR="0" rtl="0" algn="l">
              <a:lnSpc>
                <a:spcPct val="130014"/>
              </a:lnSpc>
              <a:spcBef>
                <a:spcPts val="0"/>
              </a:spcBef>
              <a:spcAft>
                <a:spcPts val="0"/>
              </a:spcAft>
              <a:buClr>
                <a:schemeClr val="lt1"/>
              </a:buClr>
              <a:buSzPts val="2902"/>
              <a:buFont typeface="Poppins"/>
              <a:buChar char="❏"/>
            </a:pPr>
            <a:r>
              <a:rPr lang="en-US" sz="2902">
                <a:solidFill>
                  <a:schemeClr val="lt1"/>
                </a:solidFill>
                <a:latin typeface="Poppins"/>
                <a:ea typeface="Poppins"/>
                <a:cs typeface="Poppins"/>
                <a:sym typeface="Poppins"/>
              </a:rPr>
              <a:t>Fresnel and Fraunhoffer</a:t>
            </a:r>
            <a:endParaRPr sz="2902">
              <a:solidFill>
                <a:schemeClr val="lt1"/>
              </a:solidFill>
              <a:latin typeface="Poppins"/>
              <a:ea typeface="Poppins"/>
              <a:cs typeface="Poppins"/>
              <a:sym typeface="Poppins"/>
            </a:endParaRPr>
          </a:p>
          <a:p>
            <a:pPr indent="-412877" lvl="0" marL="457200" marR="0" rtl="0" algn="l">
              <a:lnSpc>
                <a:spcPct val="130014"/>
              </a:lnSpc>
              <a:spcBef>
                <a:spcPts val="0"/>
              </a:spcBef>
              <a:spcAft>
                <a:spcPts val="0"/>
              </a:spcAft>
              <a:buClr>
                <a:schemeClr val="lt1"/>
              </a:buClr>
              <a:buSzPts val="2902"/>
              <a:buFont typeface="Poppins"/>
              <a:buChar char="❏"/>
            </a:pPr>
            <a:r>
              <a:t/>
            </a:r>
            <a:endParaRPr sz="2902">
              <a:solidFill>
                <a:schemeClr val="lt1"/>
              </a:solidFill>
              <a:latin typeface="Poppins"/>
              <a:ea typeface="Poppins"/>
              <a:cs typeface="Poppins"/>
              <a:sym typeface="Poppins"/>
            </a:endParaRPr>
          </a:p>
        </p:txBody>
      </p:sp>
      <p:sp>
        <p:nvSpPr>
          <p:cNvPr id="286" name="Google Shape;286;p17"/>
          <p:cNvSpPr txBox="1"/>
          <p:nvPr/>
        </p:nvSpPr>
        <p:spPr>
          <a:xfrm>
            <a:off x="812752" y="368971"/>
            <a:ext cx="9589500" cy="1344000"/>
          </a:xfrm>
          <a:prstGeom prst="rect">
            <a:avLst/>
          </a:prstGeom>
          <a:noFill/>
          <a:ln>
            <a:noFill/>
          </a:ln>
        </p:spPr>
        <p:txBody>
          <a:bodyPr anchorCtr="0" anchor="t" bIns="0" lIns="0" spcFirstLastPara="1" rIns="0" wrap="square" tIns="0">
            <a:spAutoFit/>
          </a:bodyPr>
          <a:lstStyle/>
          <a:p>
            <a:pPr indent="0" lvl="0" marL="0" marR="0" rtl="0" algn="l">
              <a:lnSpc>
                <a:spcPct val="119995"/>
              </a:lnSpc>
              <a:spcBef>
                <a:spcPts val="0"/>
              </a:spcBef>
              <a:spcAft>
                <a:spcPts val="0"/>
              </a:spcAft>
              <a:buNone/>
            </a:pPr>
            <a:r>
              <a:rPr b="1" lang="en-US" sz="8732">
                <a:solidFill>
                  <a:srgbClr val="FFFFFF"/>
                </a:solidFill>
                <a:latin typeface="Poppins"/>
                <a:ea typeface="Poppins"/>
                <a:cs typeface="Poppins"/>
                <a:sym typeface="Poppins"/>
              </a:rPr>
              <a:t>CONTENTS</a:t>
            </a:r>
            <a:endParaRPr/>
          </a:p>
        </p:txBody>
      </p:sp>
      <p:pic>
        <p:nvPicPr>
          <p:cNvPr id="287" name="Google Shape;287;p17"/>
          <p:cNvPicPr preferRelativeResize="0"/>
          <p:nvPr/>
        </p:nvPicPr>
        <p:blipFill rotWithShape="1">
          <a:blip r:embed="rId3">
            <a:alphaModFix/>
          </a:blip>
          <a:srcRect b="0" l="0" r="0" t="0"/>
          <a:stretch/>
        </p:blipFill>
        <p:spPr>
          <a:xfrm rot="-5400000">
            <a:off x="12400260" y="2836471"/>
            <a:ext cx="4255376" cy="487434"/>
          </a:xfrm>
          <a:prstGeom prst="rect">
            <a:avLst/>
          </a:prstGeom>
          <a:noFill/>
          <a:ln>
            <a:noFill/>
          </a:ln>
        </p:spPr>
      </p:pic>
      <p:pic>
        <p:nvPicPr>
          <p:cNvPr id="288" name="Google Shape;288;p17"/>
          <p:cNvPicPr preferRelativeResize="0"/>
          <p:nvPr/>
        </p:nvPicPr>
        <p:blipFill rotWithShape="1">
          <a:blip r:embed="rId4">
            <a:alphaModFix/>
          </a:blip>
          <a:srcRect b="0" l="0" r="0" t="0"/>
          <a:stretch/>
        </p:blipFill>
        <p:spPr>
          <a:xfrm>
            <a:off x="13880683" y="7096914"/>
            <a:ext cx="807098" cy="2084056"/>
          </a:xfrm>
          <a:prstGeom prst="rect">
            <a:avLst/>
          </a:prstGeom>
          <a:noFill/>
          <a:ln>
            <a:noFill/>
          </a:ln>
        </p:spPr>
      </p:pic>
      <p:pic>
        <p:nvPicPr>
          <p:cNvPr id="289" name="Google Shape;289;p17"/>
          <p:cNvPicPr preferRelativeResize="0"/>
          <p:nvPr/>
        </p:nvPicPr>
        <p:blipFill rotWithShape="1">
          <a:blip r:embed="rId4">
            <a:alphaModFix/>
          </a:blip>
          <a:srcRect b="0" l="0" r="0" t="0"/>
          <a:stretch/>
        </p:blipFill>
        <p:spPr>
          <a:xfrm>
            <a:off x="14888464" y="7096914"/>
            <a:ext cx="807098" cy="2084056"/>
          </a:xfrm>
          <a:prstGeom prst="rect">
            <a:avLst/>
          </a:prstGeom>
          <a:noFill/>
          <a:ln>
            <a:noFill/>
          </a:ln>
        </p:spPr>
      </p:pic>
      <p:pic>
        <p:nvPicPr>
          <p:cNvPr id="290" name="Google Shape;290;p17"/>
          <p:cNvPicPr preferRelativeResize="0"/>
          <p:nvPr/>
        </p:nvPicPr>
        <p:blipFill rotWithShape="1">
          <a:blip r:embed="rId5">
            <a:alphaModFix/>
          </a:blip>
          <a:srcRect b="0" l="0" r="0" t="0"/>
          <a:stretch/>
        </p:blipFill>
        <p:spPr>
          <a:xfrm>
            <a:off x="11801155" y="952500"/>
            <a:ext cx="2189585" cy="4255378"/>
          </a:xfrm>
          <a:prstGeom prst="rect">
            <a:avLst/>
          </a:prstGeom>
          <a:noFill/>
          <a:ln>
            <a:noFill/>
          </a:ln>
        </p:spPr>
      </p:pic>
      <p:pic>
        <p:nvPicPr>
          <p:cNvPr id="291" name="Google Shape;291;p17"/>
          <p:cNvPicPr preferRelativeResize="0"/>
          <p:nvPr/>
        </p:nvPicPr>
        <p:blipFill rotWithShape="1">
          <a:blip r:embed="rId6">
            <a:alphaModFix/>
          </a:blip>
          <a:srcRect b="0" l="0" r="0" t="0"/>
          <a:stretch/>
        </p:blipFill>
        <p:spPr>
          <a:xfrm>
            <a:off x="11954289" y="5489743"/>
            <a:ext cx="1513897" cy="3819464"/>
          </a:xfrm>
          <a:prstGeom prst="rect">
            <a:avLst/>
          </a:prstGeom>
          <a:noFill/>
          <a:ln>
            <a:noFill/>
          </a:ln>
        </p:spPr>
      </p:pic>
      <p:pic>
        <p:nvPicPr>
          <p:cNvPr id="292" name="Google Shape;292;p17"/>
          <p:cNvPicPr preferRelativeResize="0"/>
          <p:nvPr/>
        </p:nvPicPr>
        <p:blipFill rotWithShape="1">
          <a:blip r:embed="rId7">
            <a:alphaModFix/>
          </a:blip>
          <a:srcRect b="0" l="0" r="0" t="0"/>
          <a:stretch/>
        </p:blipFill>
        <p:spPr>
          <a:xfrm>
            <a:off x="13878007" y="5489743"/>
            <a:ext cx="3491861" cy="1301512"/>
          </a:xfrm>
          <a:prstGeom prst="rect">
            <a:avLst/>
          </a:prstGeom>
          <a:noFill/>
          <a:ln>
            <a:noFill/>
          </a:ln>
        </p:spPr>
      </p:pic>
      <p:pic>
        <p:nvPicPr>
          <p:cNvPr id="293" name="Google Shape;293;p17"/>
          <p:cNvPicPr preferRelativeResize="0"/>
          <p:nvPr/>
        </p:nvPicPr>
        <p:blipFill rotWithShape="1">
          <a:blip r:embed="rId8">
            <a:alphaModFix/>
          </a:blip>
          <a:srcRect b="0" l="0" r="0" t="0"/>
          <a:stretch/>
        </p:blipFill>
        <p:spPr>
          <a:xfrm>
            <a:off x="15884274" y="7096914"/>
            <a:ext cx="1488270" cy="2212293"/>
          </a:xfrm>
          <a:prstGeom prst="rect">
            <a:avLst/>
          </a:prstGeom>
          <a:noFill/>
          <a:ln>
            <a:noFill/>
          </a:ln>
        </p:spPr>
      </p:pic>
      <p:pic>
        <p:nvPicPr>
          <p:cNvPr id="294" name="Google Shape;294;p17"/>
          <p:cNvPicPr preferRelativeResize="0"/>
          <p:nvPr/>
        </p:nvPicPr>
        <p:blipFill rotWithShape="1">
          <a:blip r:embed="rId9">
            <a:alphaModFix/>
          </a:blip>
          <a:srcRect b="0" l="0" r="0" t="0"/>
          <a:stretch/>
        </p:blipFill>
        <p:spPr>
          <a:xfrm>
            <a:off x="15281630" y="952500"/>
            <a:ext cx="827864" cy="4255377"/>
          </a:xfrm>
          <a:prstGeom prst="rect">
            <a:avLst/>
          </a:prstGeom>
          <a:noFill/>
          <a:ln>
            <a:noFill/>
          </a:ln>
        </p:spPr>
      </p:pic>
      <p:pic>
        <p:nvPicPr>
          <p:cNvPr id="295" name="Google Shape;295;p17"/>
          <p:cNvPicPr preferRelativeResize="0"/>
          <p:nvPr/>
        </p:nvPicPr>
        <p:blipFill rotWithShape="1">
          <a:blip r:embed="rId10">
            <a:alphaModFix/>
          </a:blip>
          <a:srcRect b="0" l="0" r="0" t="0"/>
          <a:stretch/>
        </p:blipFill>
        <p:spPr>
          <a:xfrm rot="-5400000">
            <a:off x="14771517" y="2809392"/>
            <a:ext cx="4255377" cy="54159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1000"/>
                                        <p:tgtEl>
                                          <p:spTgt spid="28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1000"/>
                                        <p:tgtEl>
                                          <p:spTgt spid="285"/>
                                        </p:tgtEl>
                                      </p:cBhvr>
                                    </p:animEffect>
                                  </p:childTnLst>
                                </p:cTn>
                              </p:par>
                              <p:par>
                                <p:cTn fill="hold" nodeType="with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1000"/>
                                        <p:tgtEl>
                                          <p:spTgt spid="287"/>
                                        </p:tgtEl>
                                      </p:cBhvr>
                                    </p:animEffect>
                                  </p:childTnLst>
                                </p:cTn>
                              </p:par>
                              <p:par>
                                <p:cTn fill="hold" nodeType="with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1000"/>
                                        <p:tgtEl>
                                          <p:spTgt spid="288"/>
                                        </p:tgtEl>
                                      </p:cBhvr>
                                    </p:animEffect>
                                  </p:childTnLst>
                                </p:cTn>
                              </p:par>
                              <p:par>
                                <p:cTn fill="hold" nodeType="with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1000"/>
                                        <p:tgtEl>
                                          <p:spTgt spid="289"/>
                                        </p:tgtEl>
                                      </p:cBhvr>
                                    </p:animEffect>
                                  </p:childTnLst>
                                </p:cTn>
                              </p:par>
                              <p:par>
                                <p:cTn fill="hold" nodeType="with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1000"/>
                                        <p:tgtEl>
                                          <p:spTgt spid="290"/>
                                        </p:tgtEl>
                                      </p:cBhvr>
                                    </p:animEffect>
                                  </p:childTnLst>
                                </p:cTn>
                              </p:par>
                              <p:par>
                                <p:cTn fill="hold" nodeType="with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1000"/>
                                        <p:tgtEl>
                                          <p:spTgt spid="291"/>
                                        </p:tgtEl>
                                      </p:cBhvr>
                                    </p:animEffect>
                                  </p:childTnLst>
                                </p:cTn>
                              </p:par>
                              <p:par>
                                <p:cTn fill="hold" nodeType="with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1000"/>
                                        <p:tgtEl>
                                          <p:spTgt spid="292"/>
                                        </p:tgtEl>
                                      </p:cBhvr>
                                    </p:animEffect>
                                  </p:childTnLst>
                                </p:cTn>
                              </p:par>
                              <p:par>
                                <p:cTn fill="hold" nodeType="with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1000"/>
                                        <p:tgtEl>
                                          <p:spTgt spid="293"/>
                                        </p:tgtEl>
                                      </p:cBhvr>
                                    </p:animEffect>
                                  </p:childTnLst>
                                </p:cTn>
                              </p:par>
                              <p:par>
                                <p:cTn fill="hold" nodeType="with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1000"/>
                                        <p:tgtEl>
                                          <p:spTgt spid="294"/>
                                        </p:tgtEl>
                                      </p:cBhvr>
                                    </p:animEffect>
                                  </p:childTnLst>
                                </p:cTn>
                              </p:par>
                              <p:par>
                                <p:cTn fill="hold" nodeType="with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1000"/>
                                        <p:tgtEl>
                                          <p:spTgt spid="2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496D"/>
        </a:solidFill>
      </p:bgPr>
    </p:bg>
    <p:spTree>
      <p:nvGrpSpPr>
        <p:cNvPr id="299" name="Shape 299"/>
        <p:cNvGrpSpPr/>
        <p:nvPr/>
      </p:nvGrpSpPr>
      <p:grpSpPr>
        <a:xfrm>
          <a:off x="0" y="0"/>
          <a:ext cx="0" cy="0"/>
          <a:chOff x="0" y="0"/>
          <a:chExt cx="0" cy="0"/>
        </a:xfrm>
      </p:grpSpPr>
      <p:pic>
        <p:nvPicPr>
          <p:cNvPr id="300" name="Google Shape;300;p18"/>
          <p:cNvPicPr preferRelativeResize="0"/>
          <p:nvPr/>
        </p:nvPicPr>
        <p:blipFill rotWithShape="1">
          <a:blip r:embed="rId3">
            <a:alphaModFix/>
          </a:blip>
          <a:srcRect b="0" l="0" r="0" t="0"/>
          <a:stretch/>
        </p:blipFill>
        <p:spPr>
          <a:xfrm>
            <a:off x="4139681" y="1225196"/>
            <a:ext cx="10008639" cy="13761878"/>
          </a:xfrm>
          <a:prstGeom prst="rect">
            <a:avLst/>
          </a:prstGeom>
          <a:noFill/>
          <a:ln>
            <a:noFill/>
          </a:ln>
        </p:spPr>
      </p:pic>
      <p:pic>
        <p:nvPicPr>
          <p:cNvPr id="301" name="Google Shape;301;p18"/>
          <p:cNvPicPr preferRelativeResize="0"/>
          <p:nvPr/>
        </p:nvPicPr>
        <p:blipFill rotWithShape="1">
          <a:blip r:embed="rId4">
            <a:alphaModFix/>
          </a:blip>
          <a:srcRect b="0" l="0" r="0" t="0"/>
          <a:stretch/>
        </p:blipFill>
        <p:spPr>
          <a:xfrm rot="-2600688">
            <a:off x="-1295953" y="6991178"/>
            <a:ext cx="6082554" cy="1758411"/>
          </a:xfrm>
          <a:prstGeom prst="rect">
            <a:avLst/>
          </a:prstGeom>
          <a:noFill/>
          <a:ln>
            <a:noFill/>
          </a:ln>
        </p:spPr>
      </p:pic>
      <p:pic>
        <p:nvPicPr>
          <p:cNvPr id="302" name="Google Shape;302;p18"/>
          <p:cNvPicPr preferRelativeResize="0"/>
          <p:nvPr/>
        </p:nvPicPr>
        <p:blipFill rotWithShape="1">
          <a:blip r:embed="rId5">
            <a:alphaModFix/>
          </a:blip>
          <a:srcRect b="0" l="0" r="0" t="0"/>
          <a:stretch/>
        </p:blipFill>
        <p:spPr>
          <a:xfrm rot="-474262">
            <a:off x="-2823957" y="3986892"/>
            <a:ext cx="6082554" cy="1758411"/>
          </a:xfrm>
          <a:prstGeom prst="rect">
            <a:avLst/>
          </a:prstGeom>
          <a:noFill/>
          <a:ln>
            <a:noFill/>
          </a:ln>
        </p:spPr>
      </p:pic>
      <p:pic>
        <p:nvPicPr>
          <p:cNvPr id="303" name="Google Shape;303;p18"/>
          <p:cNvPicPr preferRelativeResize="0"/>
          <p:nvPr/>
        </p:nvPicPr>
        <p:blipFill rotWithShape="1">
          <a:blip r:embed="rId6">
            <a:alphaModFix/>
          </a:blip>
          <a:srcRect b="0" l="0" r="0" t="0"/>
          <a:stretch/>
        </p:blipFill>
        <p:spPr>
          <a:xfrm rot="8100000">
            <a:off x="13450344" y="-74397"/>
            <a:ext cx="6082554" cy="1758411"/>
          </a:xfrm>
          <a:prstGeom prst="rect">
            <a:avLst/>
          </a:prstGeom>
          <a:noFill/>
          <a:ln>
            <a:noFill/>
          </a:ln>
        </p:spPr>
      </p:pic>
      <p:pic>
        <p:nvPicPr>
          <p:cNvPr id="304" name="Google Shape;304;p18"/>
          <p:cNvPicPr preferRelativeResize="0"/>
          <p:nvPr/>
        </p:nvPicPr>
        <p:blipFill rotWithShape="1">
          <a:blip r:embed="rId7">
            <a:alphaModFix/>
          </a:blip>
          <a:srcRect b="0" l="0" r="0" t="0"/>
          <a:stretch/>
        </p:blipFill>
        <p:spPr>
          <a:xfrm rot="10597338">
            <a:off x="15246723" y="2975206"/>
            <a:ext cx="6082554" cy="1758411"/>
          </a:xfrm>
          <a:prstGeom prst="rect">
            <a:avLst/>
          </a:prstGeom>
          <a:noFill/>
          <a:ln>
            <a:noFill/>
          </a:ln>
        </p:spPr>
      </p:pic>
      <p:grpSp>
        <p:nvGrpSpPr>
          <p:cNvPr id="305" name="Google Shape;305;p18"/>
          <p:cNvGrpSpPr/>
          <p:nvPr/>
        </p:nvGrpSpPr>
        <p:grpSpPr>
          <a:xfrm>
            <a:off x="6778873" y="4336950"/>
            <a:ext cx="5453798" cy="1809968"/>
            <a:chOff x="0" y="0"/>
            <a:chExt cx="7271731" cy="2413291"/>
          </a:xfrm>
        </p:grpSpPr>
        <p:sp>
          <p:nvSpPr>
            <p:cNvPr id="306" name="Google Shape;306;p18"/>
            <p:cNvSpPr/>
            <p:nvPr/>
          </p:nvSpPr>
          <p:spPr>
            <a:xfrm>
              <a:off x="0" y="0"/>
              <a:ext cx="7271731" cy="2413291"/>
            </a:xfrm>
            <a:custGeom>
              <a:rect b="b" l="l" r="r" t="t"/>
              <a:pathLst>
                <a:path extrusionOk="0" h="952855" w="2871143">
                  <a:moveTo>
                    <a:pt x="0" y="0"/>
                  </a:moveTo>
                  <a:lnTo>
                    <a:pt x="2871143" y="0"/>
                  </a:lnTo>
                  <a:lnTo>
                    <a:pt x="2871143" y="952855"/>
                  </a:lnTo>
                  <a:lnTo>
                    <a:pt x="0" y="952855"/>
                  </a:lnTo>
                  <a:close/>
                </a:path>
              </a:pathLst>
            </a:custGeom>
            <a:solidFill>
              <a:srgbClr val="FFFFFF"/>
            </a:solidFill>
            <a:ln>
              <a:noFill/>
            </a:ln>
          </p:spPr>
        </p:sp>
        <p:sp>
          <p:nvSpPr>
            <p:cNvPr id="307" name="Google Shape;307;p18"/>
            <p:cNvSpPr txBox="1"/>
            <p:nvPr/>
          </p:nvSpPr>
          <p:spPr>
            <a:xfrm>
              <a:off x="358180" y="246206"/>
              <a:ext cx="6555372" cy="2167085"/>
            </a:xfrm>
            <a:prstGeom prst="rect">
              <a:avLst/>
            </a:prstGeom>
            <a:noFill/>
            <a:ln>
              <a:noFill/>
            </a:ln>
          </p:spPr>
          <p:txBody>
            <a:bodyPr anchorCtr="0" anchor="t" bIns="0" lIns="0" spcFirstLastPara="1" rIns="0" wrap="square" tIns="0">
              <a:spAutoFit/>
            </a:bodyPr>
            <a:lstStyle/>
            <a:p>
              <a:pPr indent="0" lvl="0" marL="0" marR="0" rtl="0" algn="ctr">
                <a:lnSpc>
                  <a:spcPct val="97989"/>
                </a:lnSpc>
                <a:spcBef>
                  <a:spcPts val="0"/>
                </a:spcBef>
                <a:spcAft>
                  <a:spcPts val="0"/>
                </a:spcAft>
                <a:buNone/>
              </a:pPr>
              <a:r>
                <a:rPr b="1" i="0" lang="en-US" sz="6268" u="none" cap="none" strike="noStrike">
                  <a:solidFill>
                    <a:srgbClr val="000000"/>
                  </a:solidFill>
                  <a:latin typeface="Poppins"/>
                  <a:ea typeface="Poppins"/>
                  <a:cs typeface="Poppins"/>
                  <a:sym typeface="Poppins"/>
                </a:rPr>
                <a:t>WE ARE GROUP A</a:t>
              </a:r>
              <a:endParaRPr/>
            </a:p>
          </p:txBody>
        </p:sp>
      </p:grpSp>
      <p:sp>
        <p:nvSpPr>
          <p:cNvPr id="308" name="Google Shape;308;p18"/>
          <p:cNvSpPr txBox="1"/>
          <p:nvPr/>
        </p:nvSpPr>
        <p:spPr>
          <a:xfrm>
            <a:off x="6778873" y="3816311"/>
            <a:ext cx="5453798" cy="521394"/>
          </a:xfrm>
          <a:prstGeom prst="rect">
            <a:avLst/>
          </a:prstGeom>
          <a:noFill/>
          <a:ln>
            <a:noFill/>
          </a:ln>
        </p:spPr>
        <p:txBody>
          <a:bodyPr anchorCtr="0" anchor="t" bIns="0" lIns="0" spcFirstLastPara="1" rIns="0" wrap="square" tIns="0">
            <a:spAutoFit/>
          </a:bodyPr>
          <a:lstStyle/>
          <a:p>
            <a:pPr indent="0" lvl="0" marL="0" marR="0" rtl="0" algn="ctr">
              <a:lnSpc>
                <a:spcPct val="130015"/>
              </a:lnSpc>
              <a:spcBef>
                <a:spcPts val="0"/>
              </a:spcBef>
              <a:spcAft>
                <a:spcPts val="0"/>
              </a:spcAft>
              <a:buNone/>
            </a:pPr>
            <a:r>
              <a:rPr b="0" i="0" lang="en-US" sz="3195" u="none" cap="none" strike="noStrike">
                <a:solidFill>
                  <a:srgbClr val="000000"/>
                </a:solidFill>
                <a:latin typeface="Arial"/>
                <a:ea typeface="Arial"/>
                <a:cs typeface="Arial"/>
                <a:sym typeface="Arial"/>
              </a:rPr>
              <a:t>Hello, classmates!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477F"/>
        </a:solidFill>
      </p:bgPr>
    </p:bg>
    <p:spTree>
      <p:nvGrpSpPr>
        <p:cNvPr id="312" name="Shape 312"/>
        <p:cNvGrpSpPr/>
        <p:nvPr/>
      </p:nvGrpSpPr>
      <p:grpSpPr>
        <a:xfrm>
          <a:off x="0" y="0"/>
          <a:ext cx="0" cy="0"/>
          <a:chOff x="0" y="0"/>
          <a:chExt cx="0" cy="0"/>
        </a:xfrm>
      </p:grpSpPr>
      <p:grpSp>
        <p:nvGrpSpPr>
          <p:cNvPr id="313" name="Google Shape;313;p19"/>
          <p:cNvGrpSpPr/>
          <p:nvPr/>
        </p:nvGrpSpPr>
        <p:grpSpPr>
          <a:xfrm>
            <a:off x="1548198" y="3470500"/>
            <a:ext cx="3374818" cy="4493128"/>
            <a:chOff x="0" y="0"/>
            <a:chExt cx="3663950" cy="4878070"/>
          </a:xfrm>
        </p:grpSpPr>
        <p:sp>
          <p:nvSpPr>
            <p:cNvPr id="314" name="Google Shape;314;p19"/>
            <p:cNvSpPr/>
            <p:nvPr/>
          </p:nvSpPr>
          <p:spPr>
            <a:xfrm>
              <a:off x="31750" y="31750"/>
              <a:ext cx="3600450" cy="4814570"/>
            </a:xfrm>
            <a:custGeom>
              <a:rect b="b" l="l" r="r" t="t"/>
              <a:pathLst>
                <a:path extrusionOk="0" h="4814570" w="3600450">
                  <a:moveTo>
                    <a:pt x="0" y="0"/>
                  </a:moveTo>
                  <a:lnTo>
                    <a:pt x="3600450" y="0"/>
                  </a:lnTo>
                  <a:lnTo>
                    <a:pt x="3600450" y="4814570"/>
                  </a:lnTo>
                  <a:lnTo>
                    <a:pt x="0" y="4814570"/>
                  </a:lnTo>
                  <a:close/>
                </a:path>
              </a:pathLst>
            </a:custGeom>
            <a:blipFill rotWithShape="1">
              <a:blip r:embed="rId3">
                <a:alphaModFix/>
              </a:blip>
              <a:stretch>
                <a:fillRect b="0" l="-83019" r="-17495" t="0"/>
              </a:stretch>
            </a:blipFill>
            <a:ln>
              <a:noFill/>
            </a:ln>
          </p:spPr>
        </p:sp>
        <p:sp>
          <p:nvSpPr>
            <p:cNvPr id="315" name="Google Shape;315;p19"/>
            <p:cNvSpPr/>
            <p:nvPr/>
          </p:nvSpPr>
          <p:spPr>
            <a:xfrm>
              <a:off x="0" y="0"/>
              <a:ext cx="3663950" cy="4878070"/>
            </a:xfrm>
            <a:custGeom>
              <a:rect b="b" l="l" r="r" t="t"/>
              <a:pathLst>
                <a:path extrusionOk="0" h="4878070" w="3663950">
                  <a:moveTo>
                    <a:pt x="3663950" y="4878070"/>
                  </a:moveTo>
                  <a:lnTo>
                    <a:pt x="0" y="4878070"/>
                  </a:lnTo>
                  <a:lnTo>
                    <a:pt x="0" y="0"/>
                  </a:lnTo>
                  <a:lnTo>
                    <a:pt x="3663950" y="0"/>
                  </a:lnTo>
                  <a:lnTo>
                    <a:pt x="3663950" y="4878070"/>
                  </a:lnTo>
                  <a:close/>
                  <a:moveTo>
                    <a:pt x="63500" y="4814570"/>
                  </a:moveTo>
                  <a:lnTo>
                    <a:pt x="3600450" y="4814570"/>
                  </a:lnTo>
                  <a:lnTo>
                    <a:pt x="3600450" y="63500"/>
                  </a:lnTo>
                  <a:lnTo>
                    <a:pt x="63500" y="63500"/>
                  </a:lnTo>
                  <a:lnTo>
                    <a:pt x="63500" y="4814570"/>
                  </a:lnTo>
                  <a:close/>
                </a:path>
              </a:pathLst>
            </a:custGeom>
            <a:solidFill>
              <a:srgbClr val="000000"/>
            </a:solidFill>
            <a:ln>
              <a:noFill/>
            </a:ln>
          </p:spPr>
        </p:sp>
      </p:grpSp>
      <p:grpSp>
        <p:nvGrpSpPr>
          <p:cNvPr id="316" name="Google Shape;316;p19"/>
          <p:cNvGrpSpPr/>
          <p:nvPr/>
        </p:nvGrpSpPr>
        <p:grpSpPr>
          <a:xfrm>
            <a:off x="5487127" y="3470500"/>
            <a:ext cx="3374818" cy="4493128"/>
            <a:chOff x="0" y="0"/>
            <a:chExt cx="3663950" cy="4878070"/>
          </a:xfrm>
        </p:grpSpPr>
        <p:sp>
          <p:nvSpPr>
            <p:cNvPr id="317" name="Google Shape;317;p19"/>
            <p:cNvSpPr/>
            <p:nvPr/>
          </p:nvSpPr>
          <p:spPr>
            <a:xfrm>
              <a:off x="31750" y="31750"/>
              <a:ext cx="3600450" cy="4814570"/>
            </a:xfrm>
            <a:custGeom>
              <a:rect b="b" l="l" r="r" t="t"/>
              <a:pathLst>
                <a:path extrusionOk="0" h="4814570" w="3600450">
                  <a:moveTo>
                    <a:pt x="0" y="0"/>
                  </a:moveTo>
                  <a:lnTo>
                    <a:pt x="3600450" y="0"/>
                  </a:lnTo>
                  <a:lnTo>
                    <a:pt x="3600450" y="4814570"/>
                  </a:lnTo>
                  <a:lnTo>
                    <a:pt x="0" y="4814570"/>
                  </a:lnTo>
                  <a:close/>
                </a:path>
              </a:pathLst>
            </a:custGeom>
            <a:blipFill rotWithShape="1">
              <a:blip r:embed="rId4">
                <a:alphaModFix/>
              </a:blip>
              <a:stretch>
                <a:fillRect b="0" l="-50257" r="-50257" t="0"/>
              </a:stretch>
            </a:blipFill>
            <a:ln>
              <a:noFill/>
            </a:ln>
          </p:spPr>
        </p:sp>
        <p:sp>
          <p:nvSpPr>
            <p:cNvPr id="318" name="Google Shape;318;p19"/>
            <p:cNvSpPr/>
            <p:nvPr/>
          </p:nvSpPr>
          <p:spPr>
            <a:xfrm>
              <a:off x="0" y="0"/>
              <a:ext cx="3663950" cy="4878070"/>
            </a:xfrm>
            <a:custGeom>
              <a:rect b="b" l="l" r="r" t="t"/>
              <a:pathLst>
                <a:path extrusionOk="0" h="4878070" w="3663950">
                  <a:moveTo>
                    <a:pt x="3663950" y="4878070"/>
                  </a:moveTo>
                  <a:lnTo>
                    <a:pt x="0" y="4878070"/>
                  </a:lnTo>
                  <a:lnTo>
                    <a:pt x="0" y="0"/>
                  </a:lnTo>
                  <a:lnTo>
                    <a:pt x="3663950" y="0"/>
                  </a:lnTo>
                  <a:lnTo>
                    <a:pt x="3663950" y="4878070"/>
                  </a:lnTo>
                  <a:close/>
                  <a:moveTo>
                    <a:pt x="63500" y="4814570"/>
                  </a:moveTo>
                  <a:lnTo>
                    <a:pt x="3600450" y="4814570"/>
                  </a:lnTo>
                  <a:lnTo>
                    <a:pt x="3600450" y="63500"/>
                  </a:lnTo>
                  <a:lnTo>
                    <a:pt x="63500" y="63500"/>
                  </a:lnTo>
                  <a:lnTo>
                    <a:pt x="63500" y="4814570"/>
                  </a:lnTo>
                  <a:close/>
                </a:path>
              </a:pathLst>
            </a:custGeom>
            <a:solidFill>
              <a:srgbClr val="000000"/>
            </a:solidFill>
            <a:ln>
              <a:noFill/>
            </a:ln>
          </p:spPr>
        </p:sp>
      </p:grpSp>
      <p:grpSp>
        <p:nvGrpSpPr>
          <p:cNvPr id="319" name="Google Shape;319;p19"/>
          <p:cNvGrpSpPr/>
          <p:nvPr/>
        </p:nvGrpSpPr>
        <p:grpSpPr>
          <a:xfrm>
            <a:off x="9426055" y="3470500"/>
            <a:ext cx="3374818" cy="4493128"/>
            <a:chOff x="0" y="0"/>
            <a:chExt cx="3663950" cy="4878070"/>
          </a:xfrm>
        </p:grpSpPr>
        <p:sp>
          <p:nvSpPr>
            <p:cNvPr id="320" name="Google Shape;320;p19"/>
            <p:cNvSpPr/>
            <p:nvPr/>
          </p:nvSpPr>
          <p:spPr>
            <a:xfrm>
              <a:off x="31750" y="31750"/>
              <a:ext cx="3600450" cy="4814570"/>
            </a:xfrm>
            <a:custGeom>
              <a:rect b="b" l="l" r="r" t="t"/>
              <a:pathLst>
                <a:path extrusionOk="0" h="4814570" w="3600450">
                  <a:moveTo>
                    <a:pt x="0" y="0"/>
                  </a:moveTo>
                  <a:lnTo>
                    <a:pt x="3600450" y="0"/>
                  </a:lnTo>
                  <a:lnTo>
                    <a:pt x="3600450" y="4814570"/>
                  </a:lnTo>
                  <a:lnTo>
                    <a:pt x="0" y="4814570"/>
                  </a:lnTo>
                  <a:close/>
                </a:path>
              </a:pathLst>
            </a:custGeom>
            <a:blipFill rotWithShape="1">
              <a:blip r:embed="rId5">
                <a:alphaModFix/>
              </a:blip>
              <a:stretch>
                <a:fillRect b="-6069" l="0" r="0" t="-6069"/>
              </a:stretch>
            </a:blipFill>
            <a:ln>
              <a:noFill/>
            </a:ln>
          </p:spPr>
        </p:sp>
        <p:sp>
          <p:nvSpPr>
            <p:cNvPr id="321" name="Google Shape;321;p19"/>
            <p:cNvSpPr/>
            <p:nvPr/>
          </p:nvSpPr>
          <p:spPr>
            <a:xfrm>
              <a:off x="0" y="0"/>
              <a:ext cx="3663950" cy="4878070"/>
            </a:xfrm>
            <a:custGeom>
              <a:rect b="b" l="l" r="r" t="t"/>
              <a:pathLst>
                <a:path extrusionOk="0" h="4878070" w="3663950">
                  <a:moveTo>
                    <a:pt x="3663950" y="4878070"/>
                  </a:moveTo>
                  <a:lnTo>
                    <a:pt x="0" y="4878070"/>
                  </a:lnTo>
                  <a:lnTo>
                    <a:pt x="0" y="0"/>
                  </a:lnTo>
                  <a:lnTo>
                    <a:pt x="3663950" y="0"/>
                  </a:lnTo>
                  <a:lnTo>
                    <a:pt x="3663950" y="4878070"/>
                  </a:lnTo>
                  <a:close/>
                  <a:moveTo>
                    <a:pt x="63500" y="4814570"/>
                  </a:moveTo>
                  <a:lnTo>
                    <a:pt x="3600450" y="4814570"/>
                  </a:lnTo>
                  <a:lnTo>
                    <a:pt x="3600450" y="63500"/>
                  </a:lnTo>
                  <a:lnTo>
                    <a:pt x="63500" y="63500"/>
                  </a:lnTo>
                  <a:lnTo>
                    <a:pt x="63500" y="4814570"/>
                  </a:lnTo>
                  <a:close/>
                </a:path>
              </a:pathLst>
            </a:custGeom>
            <a:solidFill>
              <a:srgbClr val="000000"/>
            </a:solidFill>
            <a:ln>
              <a:noFill/>
            </a:ln>
          </p:spPr>
        </p:sp>
      </p:grpSp>
      <p:grpSp>
        <p:nvGrpSpPr>
          <p:cNvPr id="322" name="Google Shape;322;p19"/>
          <p:cNvGrpSpPr/>
          <p:nvPr/>
        </p:nvGrpSpPr>
        <p:grpSpPr>
          <a:xfrm>
            <a:off x="13364984" y="3470500"/>
            <a:ext cx="3374818" cy="4493128"/>
            <a:chOff x="0" y="0"/>
            <a:chExt cx="3663950" cy="4878070"/>
          </a:xfrm>
        </p:grpSpPr>
        <p:sp>
          <p:nvSpPr>
            <p:cNvPr id="323" name="Google Shape;323;p19"/>
            <p:cNvSpPr/>
            <p:nvPr/>
          </p:nvSpPr>
          <p:spPr>
            <a:xfrm>
              <a:off x="31750" y="31750"/>
              <a:ext cx="3600450" cy="4814570"/>
            </a:xfrm>
            <a:custGeom>
              <a:rect b="b" l="l" r="r" t="t"/>
              <a:pathLst>
                <a:path extrusionOk="0" h="4814570" w="3600450">
                  <a:moveTo>
                    <a:pt x="0" y="0"/>
                  </a:moveTo>
                  <a:lnTo>
                    <a:pt x="3600450" y="0"/>
                  </a:lnTo>
                  <a:lnTo>
                    <a:pt x="3600450" y="4814570"/>
                  </a:lnTo>
                  <a:lnTo>
                    <a:pt x="0" y="4814570"/>
                  </a:lnTo>
                  <a:close/>
                </a:path>
              </a:pathLst>
            </a:custGeom>
            <a:blipFill rotWithShape="1">
              <a:blip r:embed="rId6">
                <a:alphaModFix/>
              </a:blip>
              <a:stretch>
                <a:fillRect b="0" l="-50257" r="-50257" t="0"/>
              </a:stretch>
            </a:blipFill>
            <a:ln>
              <a:noFill/>
            </a:ln>
          </p:spPr>
        </p:sp>
        <p:sp>
          <p:nvSpPr>
            <p:cNvPr id="324" name="Google Shape;324;p19"/>
            <p:cNvSpPr/>
            <p:nvPr/>
          </p:nvSpPr>
          <p:spPr>
            <a:xfrm>
              <a:off x="0" y="0"/>
              <a:ext cx="3663950" cy="4878070"/>
            </a:xfrm>
            <a:custGeom>
              <a:rect b="b" l="l" r="r" t="t"/>
              <a:pathLst>
                <a:path extrusionOk="0" h="4878070" w="3663950">
                  <a:moveTo>
                    <a:pt x="3663950" y="4878070"/>
                  </a:moveTo>
                  <a:lnTo>
                    <a:pt x="0" y="4878070"/>
                  </a:lnTo>
                  <a:lnTo>
                    <a:pt x="0" y="0"/>
                  </a:lnTo>
                  <a:lnTo>
                    <a:pt x="3663950" y="0"/>
                  </a:lnTo>
                  <a:lnTo>
                    <a:pt x="3663950" y="4878070"/>
                  </a:lnTo>
                  <a:close/>
                  <a:moveTo>
                    <a:pt x="63500" y="4814570"/>
                  </a:moveTo>
                  <a:lnTo>
                    <a:pt x="3600450" y="4814570"/>
                  </a:lnTo>
                  <a:lnTo>
                    <a:pt x="3600450" y="63500"/>
                  </a:lnTo>
                  <a:lnTo>
                    <a:pt x="63500" y="63500"/>
                  </a:lnTo>
                  <a:lnTo>
                    <a:pt x="63500" y="4814570"/>
                  </a:lnTo>
                  <a:close/>
                </a:path>
              </a:pathLst>
            </a:custGeom>
            <a:solidFill>
              <a:srgbClr val="000000"/>
            </a:solidFill>
            <a:ln>
              <a:noFill/>
            </a:ln>
          </p:spPr>
        </p:sp>
      </p:grpSp>
      <p:grpSp>
        <p:nvGrpSpPr>
          <p:cNvPr id="325" name="Google Shape;325;p19"/>
          <p:cNvGrpSpPr/>
          <p:nvPr/>
        </p:nvGrpSpPr>
        <p:grpSpPr>
          <a:xfrm>
            <a:off x="1959938" y="8151301"/>
            <a:ext cx="2551338" cy="855017"/>
            <a:chOff x="0" y="-28575"/>
            <a:chExt cx="3401783" cy="1140022"/>
          </a:xfrm>
        </p:grpSpPr>
        <p:sp>
          <p:nvSpPr>
            <p:cNvPr id="326" name="Google Shape;326;p19"/>
            <p:cNvSpPr txBox="1"/>
            <p:nvPr/>
          </p:nvSpPr>
          <p:spPr>
            <a:xfrm>
              <a:off x="0" y="-28575"/>
              <a:ext cx="3401783" cy="672888"/>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3200" u="none" cap="none" strike="noStrike">
                  <a:solidFill>
                    <a:srgbClr val="FFFFFF"/>
                  </a:solidFill>
                  <a:latin typeface="League Spartan"/>
                  <a:ea typeface="League Spartan"/>
                  <a:cs typeface="League Spartan"/>
                  <a:sym typeface="League Spartan"/>
                </a:rPr>
                <a:t>Anna</a:t>
              </a:r>
              <a:endParaRPr/>
            </a:p>
          </p:txBody>
        </p:sp>
        <p:sp>
          <p:nvSpPr>
            <p:cNvPr id="327" name="Google Shape;327;p19"/>
            <p:cNvSpPr txBox="1"/>
            <p:nvPr/>
          </p:nvSpPr>
          <p:spPr>
            <a:xfrm>
              <a:off x="0" y="637525"/>
              <a:ext cx="3401783" cy="473922"/>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2200" u="none" cap="none" strike="noStrike">
                  <a:solidFill>
                    <a:srgbClr val="FFFFFF"/>
                  </a:solidFill>
                  <a:latin typeface="Arial"/>
                  <a:ea typeface="Arial"/>
                  <a:cs typeface="Arial"/>
                  <a:sym typeface="Arial"/>
                </a:rPr>
                <a:t>Group Leader</a:t>
              </a:r>
              <a:endParaRPr/>
            </a:p>
          </p:txBody>
        </p:sp>
      </p:grpSp>
      <p:grpSp>
        <p:nvGrpSpPr>
          <p:cNvPr id="328" name="Google Shape;328;p19"/>
          <p:cNvGrpSpPr/>
          <p:nvPr/>
        </p:nvGrpSpPr>
        <p:grpSpPr>
          <a:xfrm>
            <a:off x="5914921" y="8131104"/>
            <a:ext cx="2519514" cy="875213"/>
            <a:chOff x="0" y="-28575"/>
            <a:chExt cx="3359351" cy="1166951"/>
          </a:xfrm>
        </p:grpSpPr>
        <p:sp>
          <p:nvSpPr>
            <p:cNvPr id="329" name="Google Shape;329;p19"/>
            <p:cNvSpPr txBox="1"/>
            <p:nvPr/>
          </p:nvSpPr>
          <p:spPr>
            <a:xfrm>
              <a:off x="0" y="-28575"/>
              <a:ext cx="3359351" cy="672888"/>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3200" u="none" cap="none" strike="noStrike">
                  <a:solidFill>
                    <a:srgbClr val="FFFFFF"/>
                  </a:solidFill>
                  <a:latin typeface="League Spartan"/>
                  <a:ea typeface="League Spartan"/>
                  <a:cs typeface="League Spartan"/>
                  <a:sym typeface="League Spartan"/>
                </a:rPr>
                <a:t>Tristan</a:t>
              </a:r>
              <a:endParaRPr/>
            </a:p>
          </p:txBody>
        </p:sp>
        <p:sp>
          <p:nvSpPr>
            <p:cNvPr id="330" name="Google Shape;330;p19"/>
            <p:cNvSpPr txBox="1"/>
            <p:nvPr/>
          </p:nvSpPr>
          <p:spPr>
            <a:xfrm>
              <a:off x="0" y="664454"/>
              <a:ext cx="3359351" cy="473922"/>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2200" u="none" cap="none" strike="noStrike">
                  <a:solidFill>
                    <a:srgbClr val="FFFFFF"/>
                  </a:solidFill>
                  <a:latin typeface="Arial"/>
                  <a:ea typeface="Arial"/>
                  <a:cs typeface="Arial"/>
                  <a:sym typeface="Arial"/>
                </a:rPr>
                <a:t>Researcher</a:t>
              </a:r>
              <a:endParaRPr/>
            </a:p>
          </p:txBody>
        </p:sp>
      </p:grpSp>
      <p:grpSp>
        <p:nvGrpSpPr>
          <p:cNvPr id="331" name="Google Shape;331;p19"/>
          <p:cNvGrpSpPr/>
          <p:nvPr/>
        </p:nvGrpSpPr>
        <p:grpSpPr>
          <a:xfrm>
            <a:off x="13773840" y="8092302"/>
            <a:ext cx="2557107" cy="875213"/>
            <a:chOff x="0" y="-28575"/>
            <a:chExt cx="3409475" cy="1166951"/>
          </a:xfrm>
        </p:grpSpPr>
        <p:sp>
          <p:nvSpPr>
            <p:cNvPr id="332" name="Google Shape;332;p19"/>
            <p:cNvSpPr txBox="1"/>
            <p:nvPr/>
          </p:nvSpPr>
          <p:spPr>
            <a:xfrm>
              <a:off x="0" y="-28575"/>
              <a:ext cx="3409475" cy="672888"/>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3200" u="none" cap="none" strike="noStrike">
                  <a:solidFill>
                    <a:srgbClr val="FFFFFF"/>
                  </a:solidFill>
                  <a:latin typeface="League Spartan"/>
                  <a:ea typeface="League Spartan"/>
                  <a:cs typeface="League Spartan"/>
                  <a:sym typeface="League Spartan"/>
                </a:rPr>
                <a:t>Kelly</a:t>
              </a:r>
              <a:endParaRPr/>
            </a:p>
          </p:txBody>
        </p:sp>
        <p:sp>
          <p:nvSpPr>
            <p:cNvPr id="333" name="Google Shape;333;p19"/>
            <p:cNvSpPr txBox="1"/>
            <p:nvPr/>
          </p:nvSpPr>
          <p:spPr>
            <a:xfrm>
              <a:off x="0" y="664454"/>
              <a:ext cx="3409475" cy="473922"/>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2200" u="none" cap="none" strike="noStrike">
                  <a:solidFill>
                    <a:srgbClr val="FFFFFF"/>
                  </a:solidFill>
                  <a:latin typeface="Arial"/>
                  <a:ea typeface="Arial"/>
                  <a:cs typeface="Arial"/>
                  <a:sym typeface="Arial"/>
                </a:rPr>
                <a:t>Summarizer</a:t>
              </a:r>
              <a:endParaRPr/>
            </a:p>
          </p:txBody>
        </p:sp>
      </p:grpSp>
      <p:sp>
        <p:nvSpPr>
          <p:cNvPr id="334" name="Google Shape;334;p19"/>
          <p:cNvSpPr txBox="1"/>
          <p:nvPr/>
        </p:nvSpPr>
        <p:spPr>
          <a:xfrm>
            <a:off x="3086506" y="1029780"/>
            <a:ext cx="12114988" cy="137160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None/>
            </a:pPr>
            <a:r>
              <a:rPr b="1" i="0" lang="en-US" sz="9014" u="none" cap="none" strike="noStrike">
                <a:solidFill>
                  <a:srgbClr val="FFFFFF"/>
                </a:solidFill>
                <a:latin typeface="Poppins"/>
                <a:ea typeface="Poppins"/>
                <a:cs typeface="Poppins"/>
                <a:sym typeface="Poppins"/>
              </a:rPr>
              <a:t>MEET THE GROUP</a:t>
            </a:r>
            <a:endParaRPr/>
          </a:p>
        </p:txBody>
      </p:sp>
      <p:grpSp>
        <p:nvGrpSpPr>
          <p:cNvPr id="335" name="Google Shape;335;p19"/>
          <p:cNvGrpSpPr/>
          <p:nvPr/>
        </p:nvGrpSpPr>
        <p:grpSpPr>
          <a:xfrm>
            <a:off x="9835195" y="8112372"/>
            <a:ext cx="2557107" cy="875213"/>
            <a:chOff x="0" y="-28575"/>
            <a:chExt cx="3409475" cy="1166951"/>
          </a:xfrm>
        </p:grpSpPr>
        <p:sp>
          <p:nvSpPr>
            <p:cNvPr id="336" name="Google Shape;336;p19"/>
            <p:cNvSpPr txBox="1"/>
            <p:nvPr/>
          </p:nvSpPr>
          <p:spPr>
            <a:xfrm>
              <a:off x="0" y="-28575"/>
              <a:ext cx="3409475" cy="672888"/>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3200" u="none" cap="none" strike="noStrike">
                  <a:solidFill>
                    <a:srgbClr val="FFFFFF"/>
                  </a:solidFill>
                  <a:latin typeface="League Spartan"/>
                  <a:ea typeface="League Spartan"/>
                  <a:cs typeface="League Spartan"/>
                  <a:sym typeface="League Spartan"/>
                </a:rPr>
                <a:t>Sebastian</a:t>
              </a:r>
              <a:endParaRPr/>
            </a:p>
          </p:txBody>
        </p:sp>
        <p:sp>
          <p:nvSpPr>
            <p:cNvPr id="337" name="Google Shape;337;p19"/>
            <p:cNvSpPr txBox="1"/>
            <p:nvPr/>
          </p:nvSpPr>
          <p:spPr>
            <a:xfrm>
              <a:off x="0" y="664454"/>
              <a:ext cx="3409475" cy="473922"/>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2200" u="none" cap="none" strike="noStrike">
                  <a:solidFill>
                    <a:srgbClr val="FFFFFF"/>
                  </a:solidFill>
                  <a:latin typeface="Arial"/>
                  <a:ea typeface="Arial"/>
                  <a:cs typeface="Arial"/>
                  <a:sym typeface="Arial"/>
                </a:rPr>
                <a:t>Resource Collector</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477F"/>
        </a:solidFill>
      </p:bgPr>
    </p:bg>
    <p:spTree>
      <p:nvGrpSpPr>
        <p:cNvPr id="341" name="Shape 341"/>
        <p:cNvGrpSpPr/>
        <p:nvPr/>
      </p:nvGrpSpPr>
      <p:grpSpPr>
        <a:xfrm>
          <a:off x="0" y="0"/>
          <a:ext cx="0" cy="0"/>
          <a:chOff x="0" y="0"/>
          <a:chExt cx="0" cy="0"/>
        </a:xfrm>
      </p:grpSpPr>
      <p:pic>
        <p:nvPicPr>
          <p:cNvPr id="342" name="Google Shape;342;p20"/>
          <p:cNvPicPr preferRelativeResize="0"/>
          <p:nvPr/>
        </p:nvPicPr>
        <p:blipFill rotWithShape="1">
          <a:blip r:embed="rId3">
            <a:alphaModFix/>
          </a:blip>
          <a:srcRect b="0" l="0" r="0" t="0"/>
          <a:stretch/>
        </p:blipFill>
        <p:spPr>
          <a:xfrm rot="1016643">
            <a:off x="-2670901" y="8032131"/>
            <a:ext cx="2117252" cy="4114800"/>
          </a:xfrm>
          <a:prstGeom prst="rect">
            <a:avLst/>
          </a:prstGeom>
          <a:noFill/>
          <a:ln>
            <a:noFill/>
          </a:ln>
        </p:spPr>
      </p:pic>
      <p:pic>
        <p:nvPicPr>
          <p:cNvPr id="343" name="Google Shape;343;p20"/>
          <p:cNvPicPr preferRelativeResize="0"/>
          <p:nvPr/>
        </p:nvPicPr>
        <p:blipFill rotWithShape="1">
          <a:blip r:embed="rId4">
            <a:alphaModFix/>
          </a:blip>
          <a:srcRect b="0" l="0" r="0" t="0"/>
          <a:stretch/>
        </p:blipFill>
        <p:spPr>
          <a:xfrm>
            <a:off x="-1683074" y="8282370"/>
            <a:ext cx="1683071" cy="4246280"/>
          </a:xfrm>
          <a:prstGeom prst="rect">
            <a:avLst/>
          </a:prstGeom>
          <a:noFill/>
          <a:ln>
            <a:noFill/>
          </a:ln>
        </p:spPr>
      </p:pic>
      <p:pic>
        <p:nvPicPr>
          <p:cNvPr id="344" name="Google Shape;344;p20"/>
          <p:cNvPicPr preferRelativeResize="0"/>
          <p:nvPr/>
        </p:nvPicPr>
        <p:blipFill rotWithShape="1">
          <a:blip r:embed="rId5">
            <a:alphaModFix/>
          </a:blip>
          <a:srcRect b="0" l="0" r="0" t="0"/>
          <a:stretch/>
        </p:blipFill>
        <p:spPr>
          <a:xfrm rot="-2399450">
            <a:off x="-4702636" y="8276351"/>
            <a:ext cx="3526971" cy="545077"/>
          </a:xfrm>
          <a:prstGeom prst="rect">
            <a:avLst/>
          </a:prstGeom>
          <a:noFill/>
          <a:ln>
            <a:noFill/>
          </a:ln>
        </p:spPr>
      </p:pic>
      <p:pic>
        <p:nvPicPr>
          <p:cNvPr id="345" name="Google Shape;345;p20"/>
          <p:cNvPicPr preferRelativeResize="0"/>
          <p:nvPr/>
        </p:nvPicPr>
        <p:blipFill rotWithShape="1">
          <a:blip r:embed="rId6">
            <a:alphaModFix/>
          </a:blip>
          <a:srcRect b="0" l="0" r="0" t="0"/>
          <a:stretch/>
        </p:blipFill>
        <p:spPr>
          <a:xfrm rot="7449802">
            <a:off x="17778411" y="45519"/>
            <a:ext cx="3348233" cy="967944"/>
          </a:xfrm>
          <a:prstGeom prst="rect">
            <a:avLst/>
          </a:prstGeom>
          <a:noFill/>
          <a:ln>
            <a:noFill/>
          </a:ln>
        </p:spPr>
      </p:pic>
      <p:pic>
        <p:nvPicPr>
          <p:cNvPr id="346" name="Google Shape;346;p20"/>
          <p:cNvPicPr preferRelativeResize="0"/>
          <p:nvPr/>
        </p:nvPicPr>
        <p:blipFill rotWithShape="1">
          <a:blip r:embed="rId7">
            <a:alphaModFix/>
          </a:blip>
          <a:srcRect b="0" l="0" r="0" t="0"/>
          <a:stretch/>
        </p:blipFill>
        <p:spPr>
          <a:xfrm rot="-1849999">
            <a:off x="18490347" y="2551394"/>
            <a:ext cx="3222619" cy="1201158"/>
          </a:xfrm>
          <a:prstGeom prst="rect">
            <a:avLst/>
          </a:prstGeom>
          <a:noFill/>
          <a:ln>
            <a:noFill/>
          </a:ln>
        </p:spPr>
      </p:pic>
      <p:pic>
        <p:nvPicPr>
          <p:cNvPr id="347" name="Google Shape;347;p20"/>
          <p:cNvPicPr preferRelativeResize="0"/>
          <p:nvPr/>
        </p:nvPicPr>
        <p:blipFill rotWithShape="1">
          <a:blip r:embed="rId8">
            <a:alphaModFix/>
          </a:blip>
          <a:srcRect b="0" l="0" r="0" t="0"/>
          <a:stretch/>
        </p:blipFill>
        <p:spPr>
          <a:xfrm rot="5970054">
            <a:off x="17691814" y="897752"/>
            <a:ext cx="3521425" cy="422571"/>
          </a:xfrm>
          <a:prstGeom prst="rect">
            <a:avLst/>
          </a:prstGeom>
          <a:noFill/>
          <a:ln>
            <a:noFill/>
          </a:ln>
        </p:spPr>
      </p:pic>
      <p:pic>
        <p:nvPicPr>
          <p:cNvPr id="348" name="Google Shape;348;p20"/>
          <p:cNvPicPr preferRelativeResize="0"/>
          <p:nvPr/>
        </p:nvPicPr>
        <p:blipFill rotWithShape="1">
          <a:blip r:embed="rId9">
            <a:alphaModFix/>
          </a:blip>
          <a:srcRect b="0" l="0" r="0" t="0"/>
          <a:stretch/>
        </p:blipFill>
        <p:spPr>
          <a:xfrm rot="10561176">
            <a:off x="17786375" y="-2117175"/>
            <a:ext cx="1167532" cy="3891774"/>
          </a:xfrm>
          <a:prstGeom prst="rect">
            <a:avLst/>
          </a:prstGeom>
          <a:noFill/>
          <a:ln>
            <a:noFill/>
          </a:ln>
        </p:spPr>
      </p:pic>
      <p:sp>
        <p:nvSpPr>
          <p:cNvPr id="349" name="Google Shape;349;p20"/>
          <p:cNvSpPr txBox="1"/>
          <p:nvPr/>
        </p:nvSpPr>
        <p:spPr>
          <a:xfrm>
            <a:off x="1571550" y="240525"/>
            <a:ext cx="15144900" cy="1569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9000">
                <a:solidFill>
                  <a:schemeClr val="lt1"/>
                </a:solidFill>
                <a:latin typeface="Poppins"/>
                <a:ea typeface="Poppins"/>
                <a:cs typeface="Poppins"/>
                <a:sym typeface="Poppins"/>
              </a:rPr>
              <a:t>What is</a:t>
            </a:r>
            <a:r>
              <a:rPr b="1" lang="en-US" sz="9000">
                <a:solidFill>
                  <a:schemeClr val="lt1"/>
                </a:solidFill>
                <a:latin typeface="Poppins"/>
                <a:ea typeface="Poppins"/>
                <a:cs typeface="Poppins"/>
                <a:sym typeface="Poppins"/>
              </a:rPr>
              <a:t> </a:t>
            </a:r>
            <a:r>
              <a:rPr b="1" lang="en-US" sz="9000">
                <a:solidFill>
                  <a:schemeClr val="lt1"/>
                </a:solidFill>
                <a:latin typeface="Poppins"/>
                <a:ea typeface="Poppins"/>
                <a:cs typeface="Poppins"/>
                <a:sym typeface="Poppins"/>
              </a:rPr>
              <a:t>Diffraction?</a:t>
            </a:r>
            <a:endParaRPr b="1" sz="9000">
              <a:solidFill>
                <a:schemeClr val="lt1"/>
              </a:solidFill>
              <a:latin typeface="Poppins"/>
              <a:ea typeface="Poppins"/>
              <a:cs typeface="Poppins"/>
              <a:sym typeface="Poppins"/>
            </a:endParaRPr>
          </a:p>
        </p:txBody>
      </p:sp>
      <p:sp>
        <p:nvSpPr>
          <p:cNvPr id="350" name="Google Shape;350;p20"/>
          <p:cNvSpPr txBox="1"/>
          <p:nvPr/>
        </p:nvSpPr>
        <p:spPr>
          <a:xfrm>
            <a:off x="612325" y="2186500"/>
            <a:ext cx="17040300" cy="143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700">
                <a:solidFill>
                  <a:schemeClr val="lt1"/>
                </a:solidFill>
                <a:latin typeface="Poppins"/>
                <a:ea typeface="Poppins"/>
                <a:cs typeface="Poppins"/>
                <a:sym typeface="Poppins"/>
              </a:rPr>
              <a:t>Diffraction : As waves come into contact with obstacles (or openings), they bend around the edges of the obstacles if the obstacles' dimensions are equal to the waves' wavelength. Diffraction is the bending of waves around the edges of an obstacle (or opening). </a:t>
            </a:r>
            <a:endParaRPr sz="2700">
              <a:solidFill>
                <a:schemeClr val="lt1"/>
              </a:solidFill>
              <a:latin typeface="Poppins"/>
              <a:ea typeface="Poppins"/>
              <a:cs typeface="Poppins"/>
              <a:sym typeface="Poppins"/>
            </a:endParaRPr>
          </a:p>
        </p:txBody>
      </p:sp>
      <p:sp>
        <p:nvSpPr>
          <p:cNvPr id="351" name="Google Shape;351;p20"/>
          <p:cNvSpPr/>
          <p:nvPr/>
        </p:nvSpPr>
        <p:spPr>
          <a:xfrm>
            <a:off x="5857875" y="4425050"/>
            <a:ext cx="204000" cy="1857300"/>
          </a:xfrm>
          <a:prstGeom prst="rect">
            <a:avLst/>
          </a:prstGeom>
          <a:solidFill>
            <a:srgbClr val="2C477F"/>
          </a:solidFill>
          <a:ln cap="flat" cmpd="sng" w="3810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352" name="Google Shape;352;p20"/>
          <p:cNvSpPr/>
          <p:nvPr/>
        </p:nvSpPr>
        <p:spPr>
          <a:xfrm>
            <a:off x="5857875" y="6741000"/>
            <a:ext cx="204000" cy="1857300"/>
          </a:xfrm>
          <a:prstGeom prst="rect">
            <a:avLst/>
          </a:prstGeom>
          <a:solidFill>
            <a:srgbClr val="2C477F"/>
          </a:solidFill>
          <a:ln cap="flat" cmpd="sng" w="3810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cxnSp>
        <p:nvCxnSpPr>
          <p:cNvPr id="353" name="Google Shape;353;p20"/>
          <p:cNvCxnSpPr/>
          <p:nvPr/>
        </p:nvCxnSpPr>
        <p:spPr>
          <a:xfrm>
            <a:off x="5470100" y="5187250"/>
            <a:ext cx="0" cy="2482800"/>
          </a:xfrm>
          <a:prstGeom prst="straightConnector1">
            <a:avLst/>
          </a:prstGeom>
          <a:noFill/>
          <a:ln cap="flat" cmpd="sng" w="38100">
            <a:solidFill>
              <a:srgbClr val="FFFF00"/>
            </a:solidFill>
            <a:prstDash val="solid"/>
            <a:round/>
            <a:headEnd len="med" w="med" type="none"/>
            <a:tailEnd len="med" w="med" type="none"/>
          </a:ln>
        </p:spPr>
      </p:cxnSp>
      <p:cxnSp>
        <p:nvCxnSpPr>
          <p:cNvPr id="354" name="Google Shape;354;p20"/>
          <p:cNvCxnSpPr/>
          <p:nvPr/>
        </p:nvCxnSpPr>
        <p:spPr>
          <a:xfrm>
            <a:off x="5144875" y="5187250"/>
            <a:ext cx="0" cy="2482800"/>
          </a:xfrm>
          <a:prstGeom prst="straightConnector1">
            <a:avLst/>
          </a:prstGeom>
          <a:noFill/>
          <a:ln cap="flat" cmpd="sng" w="38100">
            <a:solidFill>
              <a:srgbClr val="FFFF00"/>
            </a:solidFill>
            <a:prstDash val="solid"/>
            <a:round/>
            <a:headEnd len="med" w="med" type="none"/>
            <a:tailEnd len="med" w="med" type="none"/>
          </a:ln>
        </p:spPr>
      </p:cxnSp>
      <p:cxnSp>
        <p:nvCxnSpPr>
          <p:cNvPr id="355" name="Google Shape;355;p20"/>
          <p:cNvCxnSpPr/>
          <p:nvPr/>
        </p:nvCxnSpPr>
        <p:spPr>
          <a:xfrm>
            <a:off x="4840075" y="5187250"/>
            <a:ext cx="0" cy="2482800"/>
          </a:xfrm>
          <a:prstGeom prst="straightConnector1">
            <a:avLst/>
          </a:prstGeom>
          <a:noFill/>
          <a:ln cap="flat" cmpd="sng" w="38100">
            <a:solidFill>
              <a:srgbClr val="FFFF00"/>
            </a:solidFill>
            <a:prstDash val="solid"/>
            <a:round/>
            <a:headEnd len="med" w="med" type="none"/>
            <a:tailEnd len="med" w="med" type="none"/>
          </a:ln>
        </p:spPr>
      </p:cxnSp>
      <p:cxnSp>
        <p:nvCxnSpPr>
          <p:cNvPr id="356" name="Google Shape;356;p20"/>
          <p:cNvCxnSpPr/>
          <p:nvPr/>
        </p:nvCxnSpPr>
        <p:spPr>
          <a:xfrm>
            <a:off x="4535275" y="5187250"/>
            <a:ext cx="0" cy="2482800"/>
          </a:xfrm>
          <a:prstGeom prst="straightConnector1">
            <a:avLst/>
          </a:prstGeom>
          <a:noFill/>
          <a:ln cap="flat" cmpd="sng" w="38100">
            <a:solidFill>
              <a:srgbClr val="FFFF00"/>
            </a:solidFill>
            <a:prstDash val="solid"/>
            <a:round/>
            <a:headEnd len="med" w="med" type="none"/>
            <a:tailEnd len="med" w="med" type="none"/>
          </a:ln>
        </p:spPr>
      </p:cxnSp>
      <p:cxnSp>
        <p:nvCxnSpPr>
          <p:cNvPr id="357" name="Google Shape;357;p20"/>
          <p:cNvCxnSpPr/>
          <p:nvPr/>
        </p:nvCxnSpPr>
        <p:spPr>
          <a:xfrm>
            <a:off x="4230475" y="5187250"/>
            <a:ext cx="0" cy="2482800"/>
          </a:xfrm>
          <a:prstGeom prst="straightConnector1">
            <a:avLst/>
          </a:prstGeom>
          <a:noFill/>
          <a:ln cap="flat" cmpd="sng" w="38100">
            <a:solidFill>
              <a:srgbClr val="FFFF00"/>
            </a:solidFill>
            <a:prstDash val="solid"/>
            <a:round/>
            <a:headEnd len="med" w="med" type="none"/>
            <a:tailEnd len="med" w="med" type="none"/>
          </a:ln>
        </p:spPr>
      </p:cxnSp>
      <p:cxnSp>
        <p:nvCxnSpPr>
          <p:cNvPr id="358" name="Google Shape;358;p20"/>
          <p:cNvCxnSpPr/>
          <p:nvPr/>
        </p:nvCxnSpPr>
        <p:spPr>
          <a:xfrm>
            <a:off x="3925675" y="5187250"/>
            <a:ext cx="0" cy="2482800"/>
          </a:xfrm>
          <a:prstGeom prst="straightConnector1">
            <a:avLst/>
          </a:prstGeom>
          <a:noFill/>
          <a:ln cap="flat" cmpd="sng" w="38100">
            <a:solidFill>
              <a:srgbClr val="FFFF00"/>
            </a:solidFill>
            <a:prstDash val="solid"/>
            <a:round/>
            <a:headEnd len="med" w="med" type="none"/>
            <a:tailEnd len="med" w="med" type="none"/>
          </a:ln>
        </p:spPr>
      </p:cxnSp>
      <p:cxnSp>
        <p:nvCxnSpPr>
          <p:cNvPr id="359" name="Google Shape;359;p20"/>
          <p:cNvCxnSpPr/>
          <p:nvPr/>
        </p:nvCxnSpPr>
        <p:spPr>
          <a:xfrm>
            <a:off x="3620875" y="5187250"/>
            <a:ext cx="0" cy="2482800"/>
          </a:xfrm>
          <a:prstGeom prst="straightConnector1">
            <a:avLst/>
          </a:prstGeom>
          <a:noFill/>
          <a:ln cap="flat" cmpd="sng" w="38100">
            <a:solidFill>
              <a:srgbClr val="FFFF00"/>
            </a:solidFill>
            <a:prstDash val="solid"/>
            <a:round/>
            <a:headEnd len="med" w="med" type="none"/>
            <a:tailEnd len="med" w="med" type="none"/>
          </a:ln>
        </p:spPr>
      </p:cxnSp>
      <p:cxnSp>
        <p:nvCxnSpPr>
          <p:cNvPr id="360" name="Google Shape;360;p20"/>
          <p:cNvCxnSpPr/>
          <p:nvPr/>
        </p:nvCxnSpPr>
        <p:spPr>
          <a:xfrm>
            <a:off x="2958200" y="5187250"/>
            <a:ext cx="0" cy="2482800"/>
          </a:xfrm>
          <a:prstGeom prst="straightConnector1">
            <a:avLst/>
          </a:prstGeom>
          <a:noFill/>
          <a:ln cap="flat" cmpd="sng" w="38100">
            <a:solidFill>
              <a:srgbClr val="FFFF00"/>
            </a:solidFill>
            <a:prstDash val="solid"/>
            <a:round/>
            <a:headEnd len="med" w="med" type="none"/>
            <a:tailEnd len="med" w="med" type="none"/>
          </a:ln>
        </p:spPr>
      </p:cxnSp>
      <p:cxnSp>
        <p:nvCxnSpPr>
          <p:cNvPr id="361" name="Google Shape;361;p20"/>
          <p:cNvCxnSpPr/>
          <p:nvPr/>
        </p:nvCxnSpPr>
        <p:spPr>
          <a:xfrm>
            <a:off x="3275250" y="5187250"/>
            <a:ext cx="0" cy="2482800"/>
          </a:xfrm>
          <a:prstGeom prst="straightConnector1">
            <a:avLst/>
          </a:prstGeom>
          <a:noFill/>
          <a:ln cap="flat" cmpd="sng" w="38100">
            <a:solidFill>
              <a:srgbClr val="FFFF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1000"/>
                                        <p:tgtEl>
                                          <p:spTgt spid="34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1000"/>
                                        <p:tgtEl>
                                          <p:spTgt spid="35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1000"/>
                                        <p:tgtEl>
                                          <p:spTgt spid="351"/>
                                        </p:tgtEl>
                                      </p:cBhvr>
                                    </p:animEffect>
                                  </p:childTnLst>
                                </p:cTn>
                              </p:par>
                              <p:par>
                                <p:cTn fill="hold" nodeType="with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1000"/>
                                        <p:tgtEl>
                                          <p:spTgt spid="352"/>
                                        </p:tgtEl>
                                      </p:cBhvr>
                                    </p:animEffect>
                                  </p:childTnLst>
                                </p:cTn>
                              </p:par>
                              <p:par>
                                <p:cTn fill="hold" nodeType="with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1000"/>
                                        <p:tgtEl>
                                          <p:spTgt spid="353"/>
                                        </p:tgtEl>
                                      </p:cBhvr>
                                    </p:animEffect>
                                  </p:childTnLst>
                                </p:cTn>
                              </p:par>
                              <p:par>
                                <p:cTn fill="hold" nodeType="withEffect" presetClass="entr" presetID="10" presetSubtype="0">
                                  <p:stCondLst>
                                    <p:cond delay="0"/>
                                  </p:stCondLst>
                                  <p:childTnLst>
                                    <p:set>
                                      <p:cBhvr>
                                        <p:cTn dur="1" fill="hold">
                                          <p:stCondLst>
                                            <p:cond delay="0"/>
                                          </p:stCondLst>
                                        </p:cTn>
                                        <p:tgtEl>
                                          <p:spTgt spid="354"/>
                                        </p:tgtEl>
                                        <p:attrNameLst>
                                          <p:attrName>style.visibility</p:attrName>
                                        </p:attrNameLst>
                                      </p:cBhvr>
                                      <p:to>
                                        <p:strVal val="visible"/>
                                      </p:to>
                                    </p:set>
                                    <p:animEffect filter="fade" transition="in">
                                      <p:cBhvr>
                                        <p:cTn dur="1000"/>
                                        <p:tgtEl>
                                          <p:spTgt spid="354"/>
                                        </p:tgtEl>
                                      </p:cBhvr>
                                    </p:animEffect>
                                  </p:childTnLst>
                                </p:cTn>
                              </p:par>
                              <p:par>
                                <p:cTn fill="hold" nodeType="with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1000"/>
                                        <p:tgtEl>
                                          <p:spTgt spid="355"/>
                                        </p:tgtEl>
                                      </p:cBhvr>
                                    </p:animEffect>
                                  </p:childTnLst>
                                </p:cTn>
                              </p:par>
                              <p:par>
                                <p:cTn fill="hold" nodeType="with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1000"/>
                                        <p:tgtEl>
                                          <p:spTgt spid="356"/>
                                        </p:tgtEl>
                                      </p:cBhvr>
                                    </p:animEffect>
                                  </p:childTnLst>
                                </p:cTn>
                              </p:par>
                              <p:par>
                                <p:cTn fill="hold" nodeType="with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1000"/>
                                        <p:tgtEl>
                                          <p:spTgt spid="357"/>
                                        </p:tgtEl>
                                      </p:cBhvr>
                                    </p:animEffect>
                                  </p:childTnLst>
                                </p:cTn>
                              </p:par>
                              <p:par>
                                <p:cTn fill="hold" nodeType="with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1000"/>
                                        <p:tgtEl>
                                          <p:spTgt spid="358"/>
                                        </p:tgtEl>
                                      </p:cBhvr>
                                    </p:animEffect>
                                  </p:childTnLst>
                                </p:cTn>
                              </p:par>
                              <p:par>
                                <p:cTn fill="hold" nodeType="with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1000"/>
                                        <p:tgtEl>
                                          <p:spTgt spid="359"/>
                                        </p:tgtEl>
                                      </p:cBhvr>
                                    </p:animEffect>
                                  </p:childTnLst>
                                </p:cTn>
                              </p:par>
                              <p:par>
                                <p:cTn fill="hold" nodeType="with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1000"/>
                                        <p:tgtEl>
                                          <p:spTgt spid="360"/>
                                        </p:tgtEl>
                                      </p:cBhvr>
                                    </p:animEffect>
                                  </p:childTnLst>
                                </p:cTn>
                              </p:par>
                              <p:par>
                                <p:cTn fill="hold" nodeType="withEffect" presetClass="entr" presetID="10" presetSubtype="0">
                                  <p:stCondLst>
                                    <p:cond delay="0"/>
                                  </p:stCondLst>
                                  <p:childTnLst>
                                    <p:set>
                                      <p:cBhvr>
                                        <p:cTn dur="1" fill="hold">
                                          <p:stCondLst>
                                            <p:cond delay="0"/>
                                          </p:stCondLst>
                                        </p:cTn>
                                        <p:tgtEl>
                                          <p:spTgt spid="361"/>
                                        </p:tgtEl>
                                        <p:attrNameLst>
                                          <p:attrName>style.visibility</p:attrName>
                                        </p:attrNameLst>
                                      </p:cBhvr>
                                      <p:to>
                                        <p:strVal val="visible"/>
                                      </p:to>
                                    </p:set>
                                    <p:animEffect filter="fade" transition="in">
                                      <p:cBhvr>
                                        <p:cTn dur="1000"/>
                                        <p:tgtEl>
                                          <p:spTgt spid="3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496D"/>
        </a:solidFill>
      </p:bgPr>
    </p:bg>
    <p:spTree>
      <p:nvGrpSpPr>
        <p:cNvPr id="365" name="Shape 365"/>
        <p:cNvGrpSpPr/>
        <p:nvPr/>
      </p:nvGrpSpPr>
      <p:grpSpPr>
        <a:xfrm>
          <a:off x="0" y="0"/>
          <a:ext cx="0" cy="0"/>
          <a:chOff x="0" y="0"/>
          <a:chExt cx="0" cy="0"/>
        </a:xfrm>
      </p:grpSpPr>
      <p:pic>
        <p:nvPicPr>
          <p:cNvPr id="366" name="Google Shape;366;p21"/>
          <p:cNvPicPr preferRelativeResize="0"/>
          <p:nvPr/>
        </p:nvPicPr>
        <p:blipFill rotWithShape="1">
          <a:blip r:embed="rId3">
            <a:alphaModFix/>
          </a:blip>
          <a:srcRect b="0" l="0" r="0" t="0"/>
          <a:stretch/>
        </p:blipFill>
        <p:spPr>
          <a:xfrm rot="-5400000">
            <a:off x="2113260" y="2912671"/>
            <a:ext cx="4255377" cy="487434"/>
          </a:xfrm>
          <a:prstGeom prst="rect">
            <a:avLst/>
          </a:prstGeom>
          <a:noFill/>
          <a:ln>
            <a:noFill/>
          </a:ln>
        </p:spPr>
      </p:pic>
      <p:pic>
        <p:nvPicPr>
          <p:cNvPr id="367" name="Google Shape;367;p21"/>
          <p:cNvPicPr preferRelativeResize="0"/>
          <p:nvPr/>
        </p:nvPicPr>
        <p:blipFill rotWithShape="1">
          <a:blip r:embed="rId4">
            <a:alphaModFix/>
          </a:blip>
          <a:srcRect b="0" l="0" r="0" t="0"/>
          <a:stretch/>
        </p:blipFill>
        <p:spPr>
          <a:xfrm>
            <a:off x="3593683" y="7173114"/>
            <a:ext cx="807098" cy="2084056"/>
          </a:xfrm>
          <a:prstGeom prst="rect">
            <a:avLst/>
          </a:prstGeom>
          <a:noFill/>
          <a:ln>
            <a:noFill/>
          </a:ln>
        </p:spPr>
      </p:pic>
      <p:pic>
        <p:nvPicPr>
          <p:cNvPr id="368" name="Google Shape;368;p21"/>
          <p:cNvPicPr preferRelativeResize="0"/>
          <p:nvPr/>
        </p:nvPicPr>
        <p:blipFill rotWithShape="1">
          <a:blip r:embed="rId4">
            <a:alphaModFix/>
          </a:blip>
          <a:srcRect b="0" l="0" r="0" t="0"/>
          <a:stretch/>
        </p:blipFill>
        <p:spPr>
          <a:xfrm>
            <a:off x="4601464" y="7173114"/>
            <a:ext cx="807098" cy="2084056"/>
          </a:xfrm>
          <a:prstGeom prst="rect">
            <a:avLst/>
          </a:prstGeom>
          <a:noFill/>
          <a:ln>
            <a:noFill/>
          </a:ln>
        </p:spPr>
      </p:pic>
      <p:pic>
        <p:nvPicPr>
          <p:cNvPr id="369" name="Google Shape;369;p21"/>
          <p:cNvPicPr preferRelativeResize="0"/>
          <p:nvPr/>
        </p:nvPicPr>
        <p:blipFill rotWithShape="1">
          <a:blip r:embed="rId5">
            <a:alphaModFix/>
          </a:blip>
          <a:srcRect b="0" l="0" r="0" t="0"/>
          <a:stretch/>
        </p:blipFill>
        <p:spPr>
          <a:xfrm>
            <a:off x="1514155" y="1028700"/>
            <a:ext cx="2189585" cy="4255377"/>
          </a:xfrm>
          <a:prstGeom prst="rect">
            <a:avLst/>
          </a:prstGeom>
          <a:noFill/>
          <a:ln>
            <a:noFill/>
          </a:ln>
        </p:spPr>
      </p:pic>
      <p:pic>
        <p:nvPicPr>
          <p:cNvPr id="370" name="Google Shape;370;p21"/>
          <p:cNvPicPr preferRelativeResize="0"/>
          <p:nvPr/>
        </p:nvPicPr>
        <p:blipFill rotWithShape="1">
          <a:blip r:embed="rId6">
            <a:alphaModFix/>
          </a:blip>
          <a:srcRect b="0" l="0" r="0" t="0"/>
          <a:stretch/>
        </p:blipFill>
        <p:spPr>
          <a:xfrm>
            <a:off x="1667289" y="5565943"/>
            <a:ext cx="1513897" cy="3819464"/>
          </a:xfrm>
          <a:prstGeom prst="rect">
            <a:avLst/>
          </a:prstGeom>
          <a:noFill/>
          <a:ln>
            <a:noFill/>
          </a:ln>
        </p:spPr>
      </p:pic>
      <p:pic>
        <p:nvPicPr>
          <p:cNvPr id="371" name="Google Shape;371;p21"/>
          <p:cNvPicPr preferRelativeResize="0"/>
          <p:nvPr/>
        </p:nvPicPr>
        <p:blipFill rotWithShape="1">
          <a:blip r:embed="rId7">
            <a:alphaModFix/>
          </a:blip>
          <a:srcRect b="0" l="0" r="0" t="0"/>
          <a:stretch/>
        </p:blipFill>
        <p:spPr>
          <a:xfrm>
            <a:off x="3591007" y="5565943"/>
            <a:ext cx="3491861" cy="1301512"/>
          </a:xfrm>
          <a:prstGeom prst="rect">
            <a:avLst/>
          </a:prstGeom>
          <a:noFill/>
          <a:ln>
            <a:noFill/>
          </a:ln>
        </p:spPr>
      </p:pic>
      <p:pic>
        <p:nvPicPr>
          <p:cNvPr id="372" name="Google Shape;372;p21"/>
          <p:cNvPicPr preferRelativeResize="0"/>
          <p:nvPr/>
        </p:nvPicPr>
        <p:blipFill rotWithShape="1">
          <a:blip r:embed="rId8">
            <a:alphaModFix/>
          </a:blip>
          <a:srcRect b="0" l="0" r="0" t="0"/>
          <a:stretch/>
        </p:blipFill>
        <p:spPr>
          <a:xfrm>
            <a:off x="5597274" y="7173114"/>
            <a:ext cx="1488270" cy="2212293"/>
          </a:xfrm>
          <a:prstGeom prst="rect">
            <a:avLst/>
          </a:prstGeom>
          <a:noFill/>
          <a:ln>
            <a:noFill/>
          </a:ln>
        </p:spPr>
      </p:pic>
      <p:pic>
        <p:nvPicPr>
          <p:cNvPr id="373" name="Google Shape;373;p21"/>
          <p:cNvPicPr preferRelativeResize="0"/>
          <p:nvPr/>
        </p:nvPicPr>
        <p:blipFill rotWithShape="1">
          <a:blip r:embed="rId9">
            <a:alphaModFix/>
          </a:blip>
          <a:srcRect b="0" l="0" r="0" t="0"/>
          <a:stretch/>
        </p:blipFill>
        <p:spPr>
          <a:xfrm>
            <a:off x="4994630" y="1028700"/>
            <a:ext cx="827864" cy="4255377"/>
          </a:xfrm>
          <a:prstGeom prst="rect">
            <a:avLst/>
          </a:prstGeom>
          <a:noFill/>
          <a:ln>
            <a:noFill/>
          </a:ln>
        </p:spPr>
      </p:pic>
      <p:pic>
        <p:nvPicPr>
          <p:cNvPr id="374" name="Google Shape;374;p21"/>
          <p:cNvPicPr preferRelativeResize="0"/>
          <p:nvPr/>
        </p:nvPicPr>
        <p:blipFill rotWithShape="1">
          <a:blip r:embed="rId10">
            <a:alphaModFix/>
          </a:blip>
          <a:srcRect b="0" l="0" r="0" t="0"/>
          <a:stretch/>
        </p:blipFill>
        <p:spPr>
          <a:xfrm rot="-5400000">
            <a:off x="4484517" y="2885592"/>
            <a:ext cx="4255377" cy="541593"/>
          </a:xfrm>
          <a:prstGeom prst="rect">
            <a:avLst/>
          </a:prstGeom>
          <a:noFill/>
          <a:ln>
            <a:noFill/>
          </a:ln>
        </p:spPr>
      </p:pic>
      <p:sp>
        <p:nvSpPr>
          <p:cNvPr id="375" name="Google Shape;375;p21"/>
          <p:cNvSpPr txBox="1"/>
          <p:nvPr/>
        </p:nvSpPr>
        <p:spPr>
          <a:xfrm>
            <a:off x="8222125" y="4404848"/>
            <a:ext cx="8976581" cy="3070827"/>
          </a:xfrm>
          <a:prstGeom prst="rect">
            <a:avLst/>
          </a:prstGeom>
          <a:noFill/>
          <a:ln>
            <a:noFill/>
          </a:ln>
        </p:spPr>
        <p:txBody>
          <a:bodyPr anchorCtr="0" anchor="t" bIns="0" lIns="0" spcFirstLastPara="1" rIns="0" wrap="square" tIns="0">
            <a:spAutoFit/>
          </a:bodyPr>
          <a:lstStyle/>
          <a:p>
            <a:pPr indent="0" lvl="0" marL="0" marR="0" rtl="0" algn="l">
              <a:lnSpc>
                <a:spcPct val="130014"/>
              </a:lnSpc>
              <a:spcBef>
                <a:spcPts val="0"/>
              </a:spcBef>
              <a:spcAft>
                <a:spcPts val="0"/>
              </a:spcAft>
              <a:buNone/>
            </a:pPr>
            <a:r>
              <a:rPr b="0" i="0" lang="en-US" sz="2702" u="none" cap="none" strike="noStrike">
                <a:solidFill>
                  <a:srgbClr val="FFFFFF"/>
                </a:solidFill>
                <a:latin typeface="Arial"/>
                <a:ea typeface="Arial"/>
                <a:cs typeface="Arial"/>
                <a:sym typeface="Arial"/>
              </a:rPr>
              <a:t>Start inspired with thousands of templates, collaborate with ease, and engage your audience with a memorable Canva Presentation.</a:t>
            </a:r>
            <a:endParaRPr/>
          </a:p>
          <a:p>
            <a:pPr indent="0" lvl="0" marL="0" marR="0" rtl="0" algn="l">
              <a:lnSpc>
                <a:spcPct val="130014"/>
              </a:lnSpc>
              <a:spcBef>
                <a:spcPts val="0"/>
              </a:spcBef>
              <a:spcAft>
                <a:spcPts val="0"/>
              </a:spcAft>
              <a:buNone/>
            </a:pPr>
            <a:r>
              <a:t/>
            </a:r>
            <a:endParaRPr b="0" i="0" sz="2702" u="none" cap="none" strike="noStrike">
              <a:solidFill>
                <a:srgbClr val="FFFFFF"/>
              </a:solidFill>
              <a:latin typeface="Arial"/>
              <a:ea typeface="Arial"/>
              <a:cs typeface="Arial"/>
              <a:sym typeface="Arial"/>
            </a:endParaRPr>
          </a:p>
          <a:p>
            <a:pPr indent="0" lvl="0" marL="0" marR="0" rtl="0" algn="l">
              <a:lnSpc>
                <a:spcPct val="130014"/>
              </a:lnSpc>
              <a:spcBef>
                <a:spcPts val="0"/>
              </a:spcBef>
              <a:spcAft>
                <a:spcPts val="0"/>
              </a:spcAft>
              <a:buNone/>
            </a:pPr>
            <a:r>
              <a:rPr b="0" i="0" lang="en-US" sz="2702" u="none" cap="none" strike="noStrike">
                <a:solidFill>
                  <a:srgbClr val="FFFFFF"/>
                </a:solidFill>
                <a:latin typeface="Arial"/>
                <a:ea typeface="Arial"/>
                <a:cs typeface="Arial"/>
                <a:sym typeface="Arial"/>
              </a:rPr>
              <a:t>Apply page animations and transitions to your Canva Presentation to emphasize ideas and make them even more memorable. </a:t>
            </a:r>
            <a:endParaRPr/>
          </a:p>
        </p:txBody>
      </p:sp>
      <p:sp>
        <p:nvSpPr>
          <p:cNvPr id="376" name="Google Shape;376;p21"/>
          <p:cNvSpPr txBox="1"/>
          <p:nvPr/>
        </p:nvSpPr>
        <p:spPr>
          <a:xfrm>
            <a:off x="7915677" y="2637371"/>
            <a:ext cx="9589477" cy="1323975"/>
          </a:xfrm>
          <a:prstGeom prst="rect">
            <a:avLst/>
          </a:prstGeom>
          <a:noFill/>
          <a:ln>
            <a:noFill/>
          </a:ln>
        </p:spPr>
        <p:txBody>
          <a:bodyPr anchorCtr="0" anchor="t" bIns="0" lIns="0" spcFirstLastPara="1" rIns="0" wrap="square" tIns="0">
            <a:spAutoFit/>
          </a:bodyPr>
          <a:lstStyle/>
          <a:p>
            <a:pPr indent="0" lvl="0" marL="0" marR="0" rtl="0" algn="ctr">
              <a:lnSpc>
                <a:spcPct val="119995"/>
              </a:lnSpc>
              <a:spcBef>
                <a:spcPts val="0"/>
              </a:spcBef>
              <a:spcAft>
                <a:spcPts val="0"/>
              </a:spcAft>
              <a:buNone/>
            </a:pPr>
            <a:r>
              <a:rPr b="1" i="0" lang="en-US" sz="8732" u="none" cap="none" strike="noStrike">
                <a:solidFill>
                  <a:srgbClr val="FFFFFF"/>
                </a:solidFill>
                <a:latin typeface="Poppins"/>
                <a:ea typeface="Poppins"/>
                <a:cs typeface="Poppins"/>
                <a:sym typeface="Poppins"/>
              </a:rPr>
              <a:t>INTRODUCTION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5457"/>
        </a:solidFill>
      </p:bgPr>
    </p:bg>
    <p:spTree>
      <p:nvGrpSpPr>
        <p:cNvPr id="380" name="Shape 380"/>
        <p:cNvGrpSpPr/>
        <p:nvPr/>
      </p:nvGrpSpPr>
      <p:grpSpPr>
        <a:xfrm>
          <a:off x="0" y="0"/>
          <a:ext cx="0" cy="0"/>
          <a:chOff x="0" y="0"/>
          <a:chExt cx="0" cy="0"/>
        </a:xfrm>
      </p:grpSpPr>
      <p:pic>
        <p:nvPicPr>
          <p:cNvPr id="381" name="Google Shape;381;p22"/>
          <p:cNvPicPr preferRelativeResize="0"/>
          <p:nvPr/>
        </p:nvPicPr>
        <p:blipFill rotWithShape="1">
          <a:blip r:embed="rId3">
            <a:alphaModFix/>
          </a:blip>
          <a:srcRect b="0" l="0" r="0" t="0"/>
          <a:stretch/>
        </p:blipFill>
        <p:spPr>
          <a:xfrm>
            <a:off x="1186773" y="3044880"/>
            <a:ext cx="4691221" cy="5150043"/>
          </a:xfrm>
          <a:prstGeom prst="rect">
            <a:avLst/>
          </a:prstGeom>
          <a:noFill/>
          <a:ln>
            <a:noFill/>
          </a:ln>
        </p:spPr>
      </p:pic>
      <p:pic>
        <p:nvPicPr>
          <p:cNvPr id="382" name="Google Shape;382;p22"/>
          <p:cNvPicPr preferRelativeResize="0"/>
          <p:nvPr/>
        </p:nvPicPr>
        <p:blipFill rotWithShape="1">
          <a:blip r:embed="rId4">
            <a:alphaModFix/>
          </a:blip>
          <a:srcRect b="0" l="0" r="0" t="0"/>
          <a:stretch/>
        </p:blipFill>
        <p:spPr>
          <a:xfrm>
            <a:off x="6706277" y="3044880"/>
            <a:ext cx="4691221" cy="5150043"/>
          </a:xfrm>
          <a:prstGeom prst="rect">
            <a:avLst/>
          </a:prstGeom>
          <a:noFill/>
          <a:ln>
            <a:noFill/>
          </a:ln>
        </p:spPr>
      </p:pic>
      <p:pic>
        <p:nvPicPr>
          <p:cNvPr id="383" name="Google Shape;383;p22"/>
          <p:cNvPicPr preferRelativeResize="0"/>
          <p:nvPr/>
        </p:nvPicPr>
        <p:blipFill rotWithShape="1">
          <a:blip r:embed="rId5">
            <a:alphaModFix/>
          </a:blip>
          <a:srcRect b="0" l="0" r="0" t="0"/>
          <a:stretch/>
        </p:blipFill>
        <p:spPr>
          <a:xfrm>
            <a:off x="12410006" y="3044880"/>
            <a:ext cx="4691221" cy="5150043"/>
          </a:xfrm>
          <a:prstGeom prst="rect">
            <a:avLst/>
          </a:prstGeom>
          <a:noFill/>
          <a:ln>
            <a:noFill/>
          </a:ln>
        </p:spPr>
      </p:pic>
      <p:pic>
        <p:nvPicPr>
          <p:cNvPr id="384" name="Google Shape;384;p22"/>
          <p:cNvPicPr preferRelativeResize="0"/>
          <p:nvPr/>
        </p:nvPicPr>
        <p:blipFill rotWithShape="1">
          <a:blip r:embed="rId6">
            <a:alphaModFix/>
          </a:blip>
          <a:srcRect b="0" l="0" r="0" t="0"/>
          <a:stretch/>
        </p:blipFill>
        <p:spPr>
          <a:xfrm rot="1016643">
            <a:off x="-29926" y="7828031"/>
            <a:ext cx="2117252" cy="4114800"/>
          </a:xfrm>
          <a:prstGeom prst="rect">
            <a:avLst/>
          </a:prstGeom>
          <a:noFill/>
          <a:ln>
            <a:noFill/>
          </a:ln>
        </p:spPr>
      </p:pic>
      <p:pic>
        <p:nvPicPr>
          <p:cNvPr id="385" name="Google Shape;385;p22"/>
          <p:cNvPicPr preferRelativeResize="0"/>
          <p:nvPr/>
        </p:nvPicPr>
        <p:blipFill rotWithShape="1">
          <a:blip r:embed="rId7">
            <a:alphaModFix/>
          </a:blip>
          <a:srcRect b="0" l="0" r="0" t="0"/>
          <a:stretch/>
        </p:blipFill>
        <p:spPr>
          <a:xfrm>
            <a:off x="2428451" y="7608820"/>
            <a:ext cx="1683071" cy="4246280"/>
          </a:xfrm>
          <a:prstGeom prst="rect">
            <a:avLst/>
          </a:prstGeom>
          <a:noFill/>
          <a:ln>
            <a:noFill/>
          </a:ln>
        </p:spPr>
      </p:pic>
      <p:pic>
        <p:nvPicPr>
          <p:cNvPr id="386" name="Google Shape;386;p22"/>
          <p:cNvPicPr preferRelativeResize="0"/>
          <p:nvPr/>
        </p:nvPicPr>
        <p:blipFill rotWithShape="1">
          <a:blip r:embed="rId8">
            <a:alphaModFix/>
          </a:blip>
          <a:srcRect b="0" l="0" r="0" t="0"/>
          <a:stretch/>
        </p:blipFill>
        <p:spPr>
          <a:xfrm rot="-2399450">
            <a:off x="-1763486" y="7643626"/>
            <a:ext cx="3526971" cy="545077"/>
          </a:xfrm>
          <a:prstGeom prst="rect">
            <a:avLst/>
          </a:prstGeom>
          <a:noFill/>
          <a:ln>
            <a:noFill/>
          </a:ln>
        </p:spPr>
      </p:pic>
      <p:pic>
        <p:nvPicPr>
          <p:cNvPr id="387" name="Google Shape;387;p22"/>
          <p:cNvPicPr preferRelativeResize="0"/>
          <p:nvPr/>
        </p:nvPicPr>
        <p:blipFill rotWithShape="1">
          <a:blip r:embed="rId9">
            <a:alphaModFix/>
          </a:blip>
          <a:srcRect b="0" l="0" r="0" t="0"/>
          <a:stretch/>
        </p:blipFill>
        <p:spPr>
          <a:xfrm rot="7449802">
            <a:off x="16165961" y="255794"/>
            <a:ext cx="3348233" cy="967944"/>
          </a:xfrm>
          <a:prstGeom prst="rect">
            <a:avLst/>
          </a:prstGeom>
          <a:noFill/>
          <a:ln>
            <a:noFill/>
          </a:ln>
        </p:spPr>
      </p:pic>
      <p:pic>
        <p:nvPicPr>
          <p:cNvPr id="388" name="Google Shape;388;p22"/>
          <p:cNvPicPr preferRelativeResize="0"/>
          <p:nvPr/>
        </p:nvPicPr>
        <p:blipFill rotWithShape="1">
          <a:blip r:embed="rId10">
            <a:alphaModFix/>
          </a:blip>
          <a:srcRect b="0" l="0" r="0" t="0"/>
          <a:stretch/>
        </p:blipFill>
        <p:spPr>
          <a:xfrm rot="-1849999">
            <a:off x="17102422" y="1796194"/>
            <a:ext cx="3222619" cy="1201158"/>
          </a:xfrm>
          <a:prstGeom prst="rect">
            <a:avLst/>
          </a:prstGeom>
          <a:noFill/>
          <a:ln>
            <a:noFill/>
          </a:ln>
        </p:spPr>
      </p:pic>
      <p:pic>
        <p:nvPicPr>
          <p:cNvPr id="389" name="Google Shape;389;p22"/>
          <p:cNvPicPr preferRelativeResize="0"/>
          <p:nvPr/>
        </p:nvPicPr>
        <p:blipFill rotWithShape="1">
          <a:blip r:embed="rId11">
            <a:alphaModFix/>
          </a:blip>
          <a:srcRect b="0" l="0" r="0" t="0"/>
          <a:stretch/>
        </p:blipFill>
        <p:spPr>
          <a:xfrm rot="5970054">
            <a:off x="14580577" y="414052"/>
            <a:ext cx="3521425" cy="422571"/>
          </a:xfrm>
          <a:prstGeom prst="rect">
            <a:avLst/>
          </a:prstGeom>
          <a:noFill/>
          <a:ln>
            <a:noFill/>
          </a:ln>
        </p:spPr>
      </p:pic>
      <p:pic>
        <p:nvPicPr>
          <p:cNvPr id="390" name="Google Shape;390;p22"/>
          <p:cNvPicPr preferRelativeResize="0"/>
          <p:nvPr/>
        </p:nvPicPr>
        <p:blipFill rotWithShape="1">
          <a:blip r:embed="rId12">
            <a:alphaModFix/>
          </a:blip>
          <a:srcRect b="0" l="0" r="0" t="0"/>
          <a:stretch/>
        </p:blipFill>
        <p:spPr>
          <a:xfrm rot="10561176">
            <a:off x="14541075" y="-1320550"/>
            <a:ext cx="1167532" cy="3891774"/>
          </a:xfrm>
          <a:prstGeom prst="rect">
            <a:avLst/>
          </a:prstGeom>
          <a:noFill/>
          <a:ln>
            <a:noFill/>
          </a:ln>
        </p:spPr>
      </p:pic>
      <p:grpSp>
        <p:nvGrpSpPr>
          <p:cNvPr id="391" name="Google Shape;391;p22"/>
          <p:cNvGrpSpPr/>
          <p:nvPr/>
        </p:nvGrpSpPr>
        <p:grpSpPr>
          <a:xfrm>
            <a:off x="7334714" y="4224160"/>
            <a:ext cx="3618675" cy="2322079"/>
            <a:chOff x="0" y="-28575"/>
            <a:chExt cx="4824900" cy="3096105"/>
          </a:xfrm>
        </p:grpSpPr>
        <p:sp>
          <p:nvSpPr>
            <p:cNvPr id="392" name="Google Shape;392;p22"/>
            <p:cNvSpPr txBox="1"/>
            <p:nvPr/>
          </p:nvSpPr>
          <p:spPr>
            <a:xfrm>
              <a:off x="0" y="855630"/>
              <a:ext cx="4824900" cy="22119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None/>
              </a:pPr>
              <a:r>
                <a:rPr b="0" i="0" lang="en-US" sz="2199" u="none" cap="none" strike="noStrike">
                  <a:solidFill>
                    <a:srgbClr val="000000"/>
                  </a:solidFill>
                  <a:latin typeface="Arial"/>
                  <a:ea typeface="Arial"/>
                  <a:cs typeface="Arial"/>
                  <a:sym typeface="Arial"/>
                </a:rPr>
                <a:t>Pre-record your Canva presentation</a:t>
              </a:r>
              <a:endParaRPr/>
            </a:p>
            <a:p>
              <a:pPr indent="0" lvl="0" marL="0" marR="0" rtl="0" algn="l">
                <a:lnSpc>
                  <a:spcPct val="130000"/>
                </a:lnSpc>
                <a:spcBef>
                  <a:spcPts val="0"/>
                </a:spcBef>
                <a:spcAft>
                  <a:spcPts val="0"/>
                </a:spcAft>
                <a:buNone/>
              </a:pPr>
              <a:r>
                <a:rPr b="0" i="0" lang="en-US" sz="2200" u="none" cap="none" strike="noStrike">
                  <a:solidFill>
                    <a:srgbClr val="000000"/>
                  </a:solidFill>
                  <a:latin typeface="Arial"/>
                  <a:ea typeface="Arial"/>
                  <a:cs typeface="Arial"/>
                  <a:sym typeface="Arial"/>
                </a:rPr>
                <a:t>to present anytime, anywhere. </a:t>
              </a:r>
              <a:endParaRPr/>
            </a:p>
          </p:txBody>
        </p:sp>
        <p:sp>
          <p:nvSpPr>
            <p:cNvPr id="393" name="Google Shape;393;p22"/>
            <p:cNvSpPr txBox="1"/>
            <p:nvPr/>
          </p:nvSpPr>
          <p:spPr>
            <a:xfrm>
              <a:off x="0" y="-28575"/>
              <a:ext cx="4824900" cy="656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3200" u="none" cap="none" strike="noStrike">
                  <a:solidFill>
                    <a:srgbClr val="000000"/>
                  </a:solidFill>
                  <a:latin typeface="League Spartan"/>
                  <a:ea typeface="League Spartan"/>
                  <a:cs typeface="League Spartan"/>
                  <a:sym typeface="League Spartan"/>
                </a:rPr>
                <a:t>Our Second Goal</a:t>
              </a:r>
              <a:endParaRPr/>
            </a:p>
          </p:txBody>
        </p:sp>
      </p:grpSp>
      <p:sp>
        <p:nvSpPr>
          <p:cNvPr id="394" name="Google Shape;394;p22"/>
          <p:cNvSpPr txBox="1"/>
          <p:nvPr/>
        </p:nvSpPr>
        <p:spPr>
          <a:xfrm>
            <a:off x="5228906" y="1235453"/>
            <a:ext cx="7830300" cy="1385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9000" u="none" cap="none" strike="noStrike">
                <a:solidFill>
                  <a:srgbClr val="FFFFFF"/>
                </a:solidFill>
                <a:latin typeface="Poppins"/>
                <a:ea typeface="Poppins"/>
                <a:cs typeface="Poppins"/>
                <a:sym typeface="Poppins"/>
              </a:rPr>
              <a:t>GOALS</a:t>
            </a:r>
            <a:endParaRPr/>
          </a:p>
        </p:txBody>
      </p:sp>
      <p:grpSp>
        <p:nvGrpSpPr>
          <p:cNvPr id="395" name="Google Shape;395;p22"/>
          <p:cNvGrpSpPr/>
          <p:nvPr/>
        </p:nvGrpSpPr>
        <p:grpSpPr>
          <a:xfrm>
            <a:off x="2000500" y="4224160"/>
            <a:ext cx="3063825" cy="2322079"/>
            <a:chOff x="0" y="-28575"/>
            <a:chExt cx="4085100" cy="3096105"/>
          </a:xfrm>
        </p:grpSpPr>
        <p:sp>
          <p:nvSpPr>
            <p:cNvPr id="396" name="Google Shape;396;p22"/>
            <p:cNvSpPr txBox="1"/>
            <p:nvPr/>
          </p:nvSpPr>
          <p:spPr>
            <a:xfrm>
              <a:off x="0" y="855630"/>
              <a:ext cx="4085100" cy="22119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None/>
              </a:pPr>
              <a:r>
                <a:rPr b="0" i="0" lang="en-US" sz="2199" u="none" cap="none" strike="noStrike">
                  <a:solidFill>
                    <a:srgbClr val="000000"/>
                  </a:solidFill>
                  <a:latin typeface="Arial"/>
                  <a:ea typeface="Arial"/>
                  <a:cs typeface="Arial"/>
                  <a:sym typeface="Arial"/>
                </a:rPr>
                <a:t>Pre-record your Canva presentation</a:t>
              </a:r>
              <a:endParaRPr/>
            </a:p>
            <a:p>
              <a:pPr indent="0" lvl="0" marL="0" marR="0" rtl="0" algn="l">
                <a:lnSpc>
                  <a:spcPct val="130000"/>
                </a:lnSpc>
                <a:spcBef>
                  <a:spcPts val="0"/>
                </a:spcBef>
                <a:spcAft>
                  <a:spcPts val="0"/>
                </a:spcAft>
                <a:buNone/>
              </a:pPr>
              <a:r>
                <a:rPr b="0" i="0" lang="en-US" sz="2200" u="none" cap="none" strike="noStrike">
                  <a:solidFill>
                    <a:srgbClr val="000000"/>
                  </a:solidFill>
                  <a:latin typeface="Arial"/>
                  <a:ea typeface="Arial"/>
                  <a:cs typeface="Arial"/>
                  <a:sym typeface="Arial"/>
                </a:rPr>
                <a:t>to present anytime, anywhere. </a:t>
              </a:r>
              <a:endParaRPr/>
            </a:p>
          </p:txBody>
        </p:sp>
        <p:sp>
          <p:nvSpPr>
            <p:cNvPr id="397" name="Google Shape;397;p22"/>
            <p:cNvSpPr txBox="1"/>
            <p:nvPr/>
          </p:nvSpPr>
          <p:spPr>
            <a:xfrm>
              <a:off x="0" y="-28575"/>
              <a:ext cx="4085100" cy="656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3200" u="none" cap="none" strike="noStrike">
                  <a:solidFill>
                    <a:srgbClr val="000000"/>
                  </a:solidFill>
                  <a:latin typeface="League Spartan"/>
                  <a:ea typeface="League Spartan"/>
                  <a:cs typeface="League Spartan"/>
                  <a:sym typeface="League Spartan"/>
                </a:rPr>
                <a:t>Our First Goal</a:t>
              </a:r>
              <a:endParaRPr/>
            </a:p>
          </p:txBody>
        </p:sp>
      </p:grpSp>
      <p:grpSp>
        <p:nvGrpSpPr>
          <p:cNvPr id="398" name="Google Shape;398;p22"/>
          <p:cNvGrpSpPr/>
          <p:nvPr/>
        </p:nvGrpSpPr>
        <p:grpSpPr>
          <a:xfrm>
            <a:off x="13223734" y="4224160"/>
            <a:ext cx="3364200" cy="2322079"/>
            <a:chOff x="0" y="-28575"/>
            <a:chExt cx="4485600" cy="3096105"/>
          </a:xfrm>
        </p:grpSpPr>
        <p:sp>
          <p:nvSpPr>
            <p:cNvPr id="399" name="Google Shape;399;p22"/>
            <p:cNvSpPr txBox="1"/>
            <p:nvPr/>
          </p:nvSpPr>
          <p:spPr>
            <a:xfrm>
              <a:off x="0" y="855630"/>
              <a:ext cx="4485600" cy="22119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None/>
              </a:pPr>
              <a:r>
                <a:rPr b="0" i="0" lang="en-US" sz="2199" u="none" cap="none" strike="noStrike">
                  <a:solidFill>
                    <a:srgbClr val="000000"/>
                  </a:solidFill>
                  <a:latin typeface="Arial"/>
                  <a:ea typeface="Arial"/>
                  <a:cs typeface="Arial"/>
                  <a:sym typeface="Arial"/>
                </a:rPr>
                <a:t>Pre-record your Canva presentation</a:t>
              </a:r>
              <a:endParaRPr/>
            </a:p>
            <a:p>
              <a:pPr indent="0" lvl="0" marL="0" marR="0" rtl="0" algn="l">
                <a:lnSpc>
                  <a:spcPct val="130000"/>
                </a:lnSpc>
                <a:spcBef>
                  <a:spcPts val="0"/>
                </a:spcBef>
                <a:spcAft>
                  <a:spcPts val="0"/>
                </a:spcAft>
                <a:buNone/>
              </a:pPr>
              <a:r>
                <a:rPr b="0" i="0" lang="en-US" sz="2200" u="none" cap="none" strike="noStrike">
                  <a:solidFill>
                    <a:srgbClr val="000000"/>
                  </a:solidFill>
                  <a:latin typeface="Arial"/>
                  <a:ea typeface="Arial"/>
                  <a:cs typeface="Arial"/>
                  <a:sym typeface="Arial"/>
                </a:rPr>
                <a:t>to present anytime, anywhere. </a:t>
              </a:r>
              <a:endParaRPr/>
            </a:p>
          </p:txBody>
        </p:sp>
        <p:sp>
          <p:nvSpPr>
            <p:cNvPr id="400" name="Google Shape;400;p22"/>
            <p:cNvSpPr txBox="1"/>
            <p:nvPr/>
          </p:nvSpPr>
          <p:spPr>
            <a:xfrm>
              <a:off x="0" y="-28575"/>
              <a:ext cx="4485600" cy="656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3200" u="none" cap="none" strike="noStrike">
                  <a:solidFill>
                    <a:srgbClr val="000000"/>
                  </a:solidFill>
                  <a:latin typeface="League Spartan"/>
                  <a:ea typeface="League Spartan"/>
                  <a:cs typeface="League Spartan"/>
                  <a:sym typeface="League Spartan"/>
                </a:rPr>
                <a:t>Our Third Goal</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477F"/>
        </a:solidFill>
      </p:bgPr>
    </p:bg>
    <p:spTree>
      <p:nvGrpSpPr>
        <p:cNvPr id="404" name="Shape 404"/>
        <p:cNvGrpSpPr/>
        <p:nvPr/>
      </p:nvGrpSpPr>
      <p:grpSpPr>
        <a:xfrm>
          <a:off x="0" y="0"/>
          <a:ext cx="0" cy="0"/>
          <a:chOff x="0" y="0"/>
          <a:chExt cx="0" cy="0"/>
        </a:xfrm>
      </p:grpSpPr>
      <p:pic>
        <p:nvPicPr>
          <p:cNvPr id="405" name="Google Shape;405;p23"/>
          <p:cNvPicPr preferRelativeResize="0"/>
          <p:nvPr/>
        </p:nvPicPr>
        <p:blipFill rotWithShape="1">
          <a:blip r:embed="rId3">
            <a:alphaModFix/>
          </a:blip>
          <a:srcRect b="0" l="0" r="0" t="0"/>
          <a:stretch/>
        </p:blipFill>
        <p:spPr>
          <a:xfrm rot="789660">
            <a:off x="-947793" y="6345584"/>
            <a:ext cx="6100108" cy="4114800"/>
          </a:xfrm>
          <a:prstGeom prst="rect">
            <a:avLst/>
          </a:prstGeom>
          <a:noFill/>
          <a:ln>
            <a:noFill/>
          </a:ln>
        </p:spPr>
      </p:pic>
      <p:pic>
        <p:nvPicPr>
          <p:cNvPr id="406" name="Google Shape;406;p23"/>
          <p:cNvPicPr preferRelativeResize="0"/>
          <p:nvPr/>
        </p:nvPicPr>
        <p:blipFill rotWithShape="1">
          <a:blip r:embed="rId4">
            <a:alphaModFix/>
          </a:blip>
          <a:srcRect b="0" l="0" r="0" t="0"/>
          <a:stretch/>
        </p:blipFill>
        <p:spPr>
          <a:xfrm rot="-428845">
            <a:off x="3697302" y="7281872"/>
            <a:ext cx="1593550" cy="4114800"/>
          </a:xfrm>
          <a:prstGeom prst="rect">
            <a:avLst/>
          </a:prstGeom>
          <a:noFill/>
          <a:ln>
            <a:noFill/>
          </a:ln>
        </p:spPr>
      </p:pic>
      <p:pic>
        <p:nvPicPr>
          <p:cNvPr id="407" name="Google Shape;407;p23"/>
          <p:cNvPicPr preferRelativeResize="0"/>
          <p:nvPr/>
        </p:nvPicPr>
        <p:blipFill rotWithShape="1">
          <a:blip r:embed="rId5">
            <a:alphaModFix/>
          </a:blip>
          <a:srcRect b="0" l="0" r="0" t="0"/>
          <a:stretch/>
        </p:blipFill>
        <p:spPr>
          <a:xfrm>
            <a:off x="5033994" y="6883494"/>
            <a:ext cx="2117252" cy="4114800"/>
          </a:xfrm>
          <a:prstGeom prst="rect">
            <a:avLst/>
          </a:prstGeom>
          <a:noFill/>
          <a:ln>
            <a:noFill/>
          </a:ln>
        </p:spPr>
      </p:pic>
      <p:pic>
        <p:nvPicPr>
          <p:cNvPr id="408" name="Google Shape;408;p23"/>
          <p:cNvPicPr preferRelativeResize="0"/>
          <p:nvPr/>
        </p:nvPicPr>
        <p:blipFill rotWithShape="1">
          <a:blip r:embed="rId6">
            <a:alphaModFix/>
          </a:blip>
          <a:srcRect b="0" l="0" r="0" t="0"/>
          <a:stretch/>
        </p:blipFill>
        <p:spPr>
          <a:xfrm>
            <a:off x="9618416" y="1856381"/>
            <a:ext cx="463624" cy="1440640"/>
          </a:xfrm>
          <a:prstGeom prst="rect">
            <a:avLst/>
          </a:prstGeom>
          <a:noFill/>
          <a:ln>
            <a:noFill/>
          </a:ln>
        </p:spPr>
      </p:pic>
      <p:pic>
        <p:nvPicPr>
          <p:cNvPr id="409" name="Google Shape;409;p23"/>
          <p:cNvPicPr preferRelativeResize="0"/>
          <p:nvPr/>
        </p:nvPicPr>
        <p:blipFill rotWithShape="1">
          <a:blip r:embed="rId6">
            <a:alphaModFix/>
          </a:blip>
          <a:srcRect b="0" l="0" r="0" t="0"/>
          <a:stretch/>
        </p:blipFill>
        <p:spPr>
          <a:xfrm>
            <a:off x="9618416" y="4593297"/>
            <a:ext cx="463624" cy="1440640"/>
          </a:xfrm>
          <a:prstGeom prst="rect">
            <a:avLst/>
          </a:prstGeom>
          <a:noFill/>
          <a:ln>
            <a:noFill/>
          </a:ln>
        </p:spPr>
      </p:pic>
      <p:pic>
        <p:nvPicPr>
          <p:cNvPr id="410" name="Google Shape;410;p23"/>
          <p:cNvPicPr preferRelativeResize="0"/>
          <p:nvPr/>
        </p:nvPicPr>
        <p:blipFill rotWithShape="1">
          <a:blip r:embed="rId6">
            <a:alphaModFix/>
          </a:blip>
          <a:srcRect b="0" l="0" r="0" t="0"/>
          <a:stretch/>
        </p:blipFill>
        <p:spPr>
          <a:xfrm>
            <a:off x="9618416" y="7330212"/>
            <a:ext cx="463624" cy="1440640"/>
          </a:xfrm>
          <a:prstGeom prst="rect">
            <a:avLst/>
          </a:prstGeom>
          <a:noFill/>
          <a:ln>
            <a:noFill/>
          </a:ln>
        </p:spPr>
      </p:pic>
      <p:grpSp>
        <p:nvGrpSpPr>
          <p:cNvPr id="411" name="Google Shape;411;p23"/>
          <p:cNvGrpSpPr/>
          <p:nvPr/>
        </p:nvGrpSpPr>
        <p:grpSpPr>
          <a:xfrm>
            <a:off x="10381274" y="1524707"/>
            <a:ext cx="6348333" cy="1772313"/>
            <a:chOff x="0" y="-38100"/>
            <a:chExt cx="8464444" cy="2363085"/>
          </a:xfrm>
        </p:grpSpPr>
        <p:sp>
          <p:nvSpPr>
            <p:cNvPr id="412" name="Google Shape;412;p23"/>
            <p:cNvSpPr txBox="1"/>
            <p:nvPr/>
          </p:nvSpPr>
          <p:spPr>
            <a:xfrm>
              <a:off x="0" y="1099748"/>
              <a:ext cx="8464444" cy="1225237"/>
            </a:xfrm>
            <a:prstGeom prst="rect">
              <a:avLst/>
            </a:prstGeom>
            <a:noFill/>
            <a:ln>
              <a:noFill/>
            </a:ln>
          </p:spPr>
          <p:txBody>
            <a:bodyPr anchorCtr="0" anchor="t" bIns="0" lIns="0" spcFirstLastPara="1" rIns="0" wrap="square" tIns="0">
              <a:spAutoFit/>
            </a:bodyPr>
            <a:lstStyle/>
            <a:p>
              <a:pPr indent="0" lvl="0" marL="0" marR="0" rtl="0" algn="ctr">
                <a:lnSpc>
                  <a:spcPct val="130035"/>
                </a:lnSpc>
                <a:spcBef>
                  <a:spcPts val="0"/>
                </a:spcBef>
                <a:spcAft>
                  <a:spcPts val="0"/>
                </a:spcAft>
                <a:buNone/>
              </a:pPr>
              <a:r>
                <a:rPr b="0" i="0" lang="en-US" sz="2830" u="none" cap="none" strike="noStrike">
                  <a:solidFill>
                    <a:srgbClr val="FFFFFF"/>
                  </a:solidFill>
                  <a:latin typeface="Arial"/>
                  <a:ea typeface="Arial"/>
                  <a:cs typeface="Arial"/>
                  <a:sym typeface="Arial"/>
                </a:rPr>
                <a:t>Pre-record your Canva presentation</a:t>
              </a:r>
              <a:endParaRPr/>
            </a:p>
            <a:p>
              <a:pPr indent="0" lvl="0" marL="0" marR="0" rtl="0" algn="ctr">
                <a:lnSpc>
                  <a:spcPct val="130035"/>
                </a:lnSpc>
                <a:spcBef>
                  <a:spcPts val="0"/>
                </a:spcBef>
                <a:spcAft>
                  <a:spcPts val="0"/>
                </a:spcAft>
                <a:buNone/>
              </a:pPr>
              <a:r>
                <a:rPr b="0" i="0" lang="en-US" sz="2830" u="none" cap="none" strike="noStrike">
                  <a:solidFill>
                    <a:srgbClr val="FFFFFF"/>
                  </a:solidFill>
                  <a:latin typeface="Arial"/>
                  <a:ea typeface="Arial"/>
                  <a:cs typeface="Arial"/>
                  <a:sym typeface="Arial"/>
                </a:rPr>
                <a:t>to present anytime, anywhere. </a:t>
              </a:r>
              <a:endParaRPr/>
            </a:p>
          </p:txBody>
        </p:sp>
        <p:sp>
          <p:nvSpPr>
            <p:cNvPr id="413" name="Google Shape;413;p23"/>
            <p:cNvSpPr txBox="1"/>
            <p:nvPr/>
          </p:nvSpPr>
          <p:spPr>
            <a:xfrm>
              <a:off x="1063720" y="-38100"/>
              <a:ext cx="6337004" cy="823390"/>
            </a:xfrm>
            <a:prstGeom prst="rect">
              <a:avLst/>
            </a:prstGeom>
            <a:noFill/>
            <a:ln>
              <a:noFill/>
            </a:ln>
          </p:spPr>
          <p:txBody>
            <a:bodyPr anchorCtr="0" anchor="t" bIns="0" lIns="0" spcFirstLastPara="1" rIns="0" wrap="square" tIns="0">
              <a:spAutoFit/>
            </a:bodyPr>
            <a:lstStyle/>
            <a:p>
              <a:pPr indent="0" lvl="0" marL="0" marR="0" rtl="0" algn="ctr">
                <a:lnSpc>
                  <a:spcPct val="129994"/>
                </a:lnSpc>
                <a:spcBef>
                  <a:spcPts val="0"/>
                </a:spcBef>
                <a:spcAft>
                  <a:spcPts val="0"/>
                </a:spcAft>
                <a:buNone/>
              </a:pPr>
              <a:r>
                <a:rPr b="0" i="0" lang="en-US" sz="3874" u="none" cap="none" strike="noStrike">
                  <a:solidFill>
                    <a:srgbClr val="FFFFFF"/>
                  </a:solidFill>
                  <a:latin typeface="League Spartan"/>
                  <a:ea typeface="League Spartan"/>
                  <a:cs typeface="League Spartan"/>
                  <a:sym typeface="League Spartan"/>
                </a:rPr>
                <a:t>The First Concept</a:t>
              </a:r>
              <a:endParaRPr/>
            </a:p>
          </p:txBody>
        </p:sp>
      </p:grpSp>
      <p:grpSp>
        <p:nvGrpSpPr>
          <p:cNvPr id="414" name="Google Shape;414;p23"/>
          <p:cNvGrpSpPr/>
          <p:nvPr/>
        </p:nvGrpSpPr>
        <p:grpSpPr>
          <a:xfrm>
            <a:off x="10381274" y="4228942"/>
            <a:ext cx="6348333" cy="1837674"/>
            <a:chOff x="0" y="-38100"/>
            <a:chExt cx="8464444" cy="2450232"/>
          </a:xfrm>
        </p:grpSpPr>
        <p:sp>
          <p:nvSpPr>
            <p:cNvPr id="415" name="Google Shape;415;p23"/>
            <p:cNvSpPr txBox="1"/>
            <p:nvPr/>
          </p:nvSpPr>
          <p:spPr>
            <a:xfrm>
              <a:off x="0" y="1186895"/>
              <a:ext cx="8464444" cy="1225237"/>
            </a:xfrm>
            <a:prstGeom prst="rect">
              <a:avLst/>
            </a:prstGeom>
            <a:noFill/>
            <a:ln>
              <a:noFill/>
            </a:ln>
          </p:spPr>
          <p:txBody>
            <a:bodyPr anchorCtr="0" anchor="t" bIns="0" lIns="0" spcFirstLastPara="1" rIns="0" wrap="square" tIns="0">
              <a:spAutoFit/>
            </a:bodyPr>
            <a:lstStyle/>
            <a:p>
              <a:pPr indent="0" lvl="0" marL="0" marR="0" rtl="0" algn="ctr">
                <a:lnSpc>
                  <a:spcPct val="130035"/>
                </a:lnSpc>
                <a:spcBef>
                  <a:spcPts val="0"/>
                </a:spcBef>
                <a:spcAft>
                  <a:spcPts val="0"/>
                </a:spcAft>
                <a:buNone/>
              </a:pPr>
              <a:r>
                <a:rPr b="0" i="0" lang="en-US" sz="2830" u="none" cap="none" strike="noStrike">
                  <a:solidFill>
                    <a:srgbClr val="FFFFFF"/>
                  </a:solidFill>
                  <a:latin typeface="Arial"/>
                  <a:ea typeface="Arial"/>
                  <a:cs typeface="Arial"/>
                  <a:sym typeface="Arial"/>
                </a:rPr>
                <a:t>Pre-record your Canva presentation</a:t>
              </a:r>
              <a:endParaRPr/>
            </a:p>
            <a:p>
              <a:pPr indent="0" lvl="0" marL="0" marR="0" rtl="0" algn="ctr">
                <a:lnSpc>
                  <a:spcPct val="130035"/>
                </a:lnSpc>
                <a:spcBef>
                  <a:spcPts val="0"/>
                </a:spcBef>
                <a:spcAft>
                  <a:spcPts val="0"/>
                </a:spcAft>
                <a:buNone/>
              </a:pPr>
              <a:r>
                <a:rPr b="0" i="0" lang="en-US" sz="2830" u="none" cap="none" strike="noStrike">
                  <a:solidFill>
                    <a:srgbClr val="FFFFFF"/>
                  </a:solidFill>
                  <a:latin typeface="Arial"/>
                  <a:ea typeface="Arial"/>
                  <a:cs typeface="Arial"/>
                  <a:sym typeface="Arial"/>
                </a:rPr>
                <a:t>to present anytime, anywhere. </a:t>
              </a:r>
              <a:endParaRPr/>
            </a:p>
          </p:txBody>
        </p:sp>
        <p:sp>
          <p:nvSpPr>
            <p:cNvPr id="416" name="Google Shape;416;p23"/>
            <p:cNvSpPr txBox="1"/>
            <p:nvPr/>
          </p:nvSpPr>
          <p:spPr>
            <a:xfrm>
              <a:off x="531860" y="-38100"/>
              <a:ext cx="7400724" cy="823390"/>
            </a:xfrm>
            <a:prstGeom prst="rect">
              <a:avLst/>
            </a:prstGeom>
            <a:noFill/>
            <a:ln>
              <a:noFill/>
            </a:ln>
          </p:spPr>
          <p:txBody>
            <a:bodyPr anchorCtr="0" anchor="t" bIns="0" lIns="0" spcFirstLastPara="1" rIns="0" wrap="square" tIns="0">
              <a:spAutoFit/>
            </a:bodyPr>
            <a:lstStyle/>
            <a:p>
              <a:pPr indent="0" lvl="0" marL="0" marR="0" rtl="0" algn="ctr">
                <a:lnSpc>
                  <a:spcPct val="129994"/>
                </a:lnSpc>
                <a:spcBef>
                  <a:spcPts val="0"/>
                </a:spcBef>
                <a:spcAft>
                  <a:spcPts val="0"/>
                </a:spcAft>
                <a:buNone/>
              </a:pPr>
              <a:r>
                <a:rPr b="0" i="0" lang="en-US" sz="3874" u="none" cap="none" strike="noStrike">
                  <a:solidFill>
                    <a:srgbClr val="FFFFFF"/>
                  </a:solidFill>
                  <a:latin typeface="League Spartan"/>
                  <a:ea typeface="League Spartan"/>
                  <a:cs typeface="League Spartan"/>
                  <a:sym typeface="League Spartan"/>
                </a:rPr>
                <a:t>The Second Concept</a:t>
              </a:r>
              <a:endParaRPr/>
            </a:p>
          </p:txBody>
        </p:sp>
      </p:grpSp>
      <p:grpSp>
        <p:nvGrpSpPr>
          <p:cNvPr id="417" name="Google Shape;417;p23"/>
          <p:cNvGrpSpPr/>
          <p:nvPr/>
        </p:nvGrpSpPr>
        <p:grpSpPr>
          <a:xfrm>
            <a:off x="10381274" y="6998538"/>
            <a:ext cx="6348333" cy="1772313"/>
            <a:chOff x="0" y="-38100"/>
            <a:chExt cx="8464444" cy="2363085"/>
          </a:xfrm>
        </p:grpSpPr>
        <p:sp>
          <p:nvSpPr>
            <p:cNvPr id="418" name="Google Shape;418;p23"/>
            <p:cNvSpPr txBox="1"/>
            <p:nvPr/>
          </p:nvSpPr>
          <p:spPr>
            <a:xfrm>
              <a:off x="0" y="1099748"/>
              <a:ext cx="8464444" cy="1225237"/>
            </a:xfrm>
            <a:prstGeom prst="rect">
              <a:avLst/>
            </a:prstGeom>
            <a:noFill/>
            <a:ln>
              <a:noFill/>
            </a:ln>
          </p:spPr>
          <p:txBody>
            <a:bodyPr anchorCtr="0" anchor="t" bIns="0" lIns="0" spcFirstLastPara="1" rIns="0" wrap="square" tIns="0">
              <a:spAutoFit/>
            </a:bodyPr>
            <a:lstStyle/>
            <a:p>
              <a:pPr indent="0" lvl="0" marL="0" marR="0" rtl="0" algn="ctr">
                <a:lnSpc>
                  <a:spcPct val="130035"/>
                </a:lnSpc>
                <a:spcBef>
                  <a:spcPts val="0"/>
                </a:spcBef>
                <a:spcAft>
                  <a:spcPts val="0"/>
                </a:spcAft>
                <a:buNone/>
              </a:pPr>
              <a:r>
                <a:rPr b="0" i="0" lang="en-US" sz="2830" u="none" cap="none" strike="noStrike">
                  <a:solidFill>
                    <a:srgbClr val="FFFFFF"/>
                  </a:solidFill>
                  <a:latin typeface="Arial"/>
                  <a:ea typeface="Arial"/>
                  <a:cs typeface="Arial"/>
                  <a:sym typeface="Arial"/>
                </a:rPr>
                <a:t>Pre-record your Canva presentation</a:t>
              </a:r>
              <a:endParaRPr/>
            </a:p>
            <a:p>
              <a:pPr indent="0" lvl="0" marL="0" marR="0" rtl="0" algn="ctr">
                <a:lnSpc>
                  <a:spcPct val="130035"/>
                </a:lnSpc>
                <a:spcBef>
                  <a:spcPts val="0"/>
                </a:spcBef>
                <a:spcAft>
                  <a:spcPts val="0"/>
                </a:spcAft>
                <a:buNone/>
              </a:pPr>
              <a:r>
                <a:rPr b="0" i="0" lang="en-US" sz="2830" u="none" cap="none" strike="noStrike">
                  <a:solidFill>
                    <a:srgbClr val="FFFFFF"/>
                  </a:solidFill>
                  <a:latin typeface="Arial"/>
                  <a:ea typeface="Arial"/>
                  <a:cs typeface="Arial"/>
                  <a:sym typeface="Arial"/>
                </a:rPr>
                <a:t>to present anytime, anywhere. </a:t>
              </a:r>
              <a:endParaRPr/>
            </a:p>
          </p:txBody>
        </p:sp>
        <p:sp>
          <p:nvSpPr>
            <p:cNvPr id="419" name="Google Shape;419;p23"/>
            <p:cNvSpPr txBox="1"/>
            <p:nvPr/>
          </p:nvSpPr>
          <p:spPr>
            <a:xfrm>
              <a:off x="1063720" y="-38100"/>
              <a:ext cx="6337004" cy="823390"/>
            </a:xfrm>
            <a:prstGeom prst="rect">
              <a:avLst/>
            </a:prstGeom>
            <a:noFill/>
            <a:ln>
              <a:noFill/>
            </a:ln>
          </p:spPr>
          <p:txBody>
            <a:bodyPr anchorCtr="0" anchor="t" bIns="0" lIns="0" spcFirstLastPara="1" rIns="0" wrap="square" tIns="0">
              <a:spAutoFit/>
            </a:bodyPr>
            <a:lstStyle/>
            <a:p>
              <a:pPr indent="0" lvl="0" marL="0" marR="0" rtl="0" algn="ctr">
                <a:lnSpc>
                  <a:spcPct val="129994"/>
                </a:lnSpc>
                <a:spcBef>
                  <a:spcPts val="0"/>
                </a:spcBef>
                <a:spcAft>
                  <a:spcPts val="0"/>
                </a:spcAft>
                <a:buNone/>
              </a:pPr>
              <a:r>
                <a:rPr b="0" i="0" lang="en-US" sz="3874" u="none" cap="none" strike="noStrike">
                  <a:solidFill>
                    <a:srgbClr val="FFFFFF"/>
                  </a:solidFill>
                  <a:latin typeface="League Spartan"/>
                  <a:ea typeface="League Spartan"/>
                  <a:cs typeface="League Spartan"/>
                  <a:sym typeface="League Spartan"/>
                </a:rPr>
                <a:t>The Third Concept</a:t>
              </a:r>
              <a:endParaRPr/>
            </a:p>
          </p:txBody>
        </p:sp>
      </p:grpSp>
      <p:sp>
        <p:nvSpPr>
          <p:cNvPr id="420" name="Google Shape;420;p23"/>
          <p:cNvSpPr txBox="1"/>
          <p:nvPr/>
        </p:nvSpPr>
        <p:spPr>
          <a:xfrm>
            <a:off x="1458431" y="2935403"/>
            <a:ext cx="7151127" cy="2667000"/>
          </a:xfrm>
          <a:prstGeom prst="rect">
            <a:avLst/>
          </a:prstGeom>
          <a:noFill/>
          <a:ln>
            <a:noFill/>
          </a:ln>
        </p:spPr>
        <p:txBody>
          <a:bodyPr anchorCtr="0" anchor="t" bIns="0" lIns="0" spcFirstLastPara="1" rIns="0" wrap="square" tIns="0">
            <a:spAutoFit/>
          </a:bodyPr>
          <a:lstStyle/>
          <a:p>
            <a:pPr indent="0" lvl="0" marL="0" marR="0" rtl="0" algn="ctr">
              <a:lnSpc>
                <a:spcPct val="120006"/>
              </a:lnSpc>
              <a:spcBef>
                <a:spcPts val="0"/>
              </a:spcBef>
              <a:spcAft>
                <a:spcPts val="0"/>
              </a:spcAft>
              <a:buNone/>
            </a:pPr>
            <a:r>
              <a:rPr b="0" i="0" lang="en-US" sz="8797" u="none" cap="none" strike="noStrike">
                <a:solidFill>
                  <a:srgbClr val="FFFFFF"/>
                </a:solidFill>
                <a:latin typeface="League Spartan"/>
                <a:ea typeface="League Spartan"/>
                <a:cs typeface="League Spartan"/>
                <a:sym typeface="League Spartan"/>
              </a:rPr>
              <a:t>MAIN CONCEPTS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496D"/>
        </a:solidFill>
      </p:bgPr>
    </p:bg>
    <p:spTree>
      <p:nvGrpSpPr>
        <p:cNvPr id="424" name="Shape 424"/>
        <p:cNvGrpSpPr/>
        <p:nvPr/>
      </p:nvGrpSpPr>
      <p:grpSpPr>
        <a:xfrm>
          <a:off x="0" y="0"/>
          <a:ext cx="0" cy="0"/>
          <a:chOff x="0" y="0"/>
          <a:chExt cx="0" cy="0"/>
        </a:xfrm>
      </p:grpSpPr>
      <p:pic>
        <p:nvPicPr>
          <p:cNvPr id="425" name="Google Shape;425;p24"/>
          <p:cNvPicPr preferRelativeResize="0"/>
          <p:nvPr/>
        </p:nvPicPr>
        <p:blipFill rotWithShape="1">
          <a:blip r:embed="rId3">
            <a:alphaModFix/>
          </a:blip>
          <a:srcRect b="0" l="0" r="0" t="0"/>
          <a:stretch/>
        </p:blipFill>
        <p:spPr>
          <a:xfrm>
            <a:off x="13841483" y="1747245"/>
            <a:ext cx="2152514" cy="4183330"/>
          </a:xfrm>
          <a:prstGeom prst="rect">
            <a:avLst/>
          </a:prstGeom>
          <a:noFill/>
          <a:ln>
            <a:noFill/>
          </a:ln>
        </p:spPr>
      </p:pic>
      <p:pic>
        <p:nvPicPr>
          <p:cNvPr id="426" name="Google Shape;426;p24"/>
          <p:cNvPicPr preferRelativeResize="0"/>
          <p:nvPr/>
        </p:nvPicPr>
        <p:blipFill rotWithShape="1">
          <a:blip r:embed="rId4">
            <a:alphaModFix/>
          </a:blip>
          <a:srcRect b="0" l="0" r="0" t="0"/>
          <a:stretch/>
        </p:blipFill>
        <p:spPr>
          <a:xfrm>
            <a:off x="16171373" y="1747245"/>
            <a:ext cx="813848" cy="4183330"/>
          </a:xfrm>
          <a:prstGeom prst="rect">
            <a:avLst/>
          </a:prstGeom>
          <a:noFill/>
          <a:ln>
            <a:noFill/>
          </a:ln>
        </p:spPr>
      </p:pic>
      <p:pic>
        <p:nvPicPr>
          <p:cNvPr id="427" name="Google Shape;427;p24"/>
          <p:cNvPicPr preferRelativeResize="0"/>
          <p:nvPr/>
        </p:nvPicPr>
        <p:blipFill rotWithShape="1">
          <a:blip r:embed="rId5">
            <a:alphaModFix/>
          </a:blip>
          <a:srcRect b="0" l="0" r="0" t="0"/>
          <a:stretch/>
        </p:blipFill>
        <p:spPr>
          <a:xfrm>
            <a:off x="12332740" y="1747245"/>
            <a:ext cx="1342626" cy="4475420"/>
          </a:xfrm>
          <a:prstGeom prst="rect">
            <a:avLst/>
          </a:prstGeom>
          <a:noFill/>
          <a:ln>
            <a:noFill/>
          </a:ln>
        </p:spPr>
      </p:pic>
      <p:pic>
        <p:nvPicPr>
          <p:cNvPr id="428" name="Google Shape;428;p24"/>
          <p:cNvPicPr preferRelativeResize="0"/>
          <p:nvPr/>
        </p:nvPicPr>
        <p:blipFill rotWithShape="1">
          <a:blip r:embed="rId6">
            <a:alphaModFix/>
          </a:blip>
          <a:srcRect b="0" l="0" r="0" t="0"/>
          <a:stretch/>
        </p:blipFill>
        <p:spPr>
          <a:xfrm>
            <a:off x="12332740" y="6456167"/>
            <a:ext cx="4652481" cy="1344990"/>
          </a:xfrm>
          <a:prstGeom prst="rect">
            <a:avLst/>
          </a:prstGeom>
          <a:noFill/>
          <a:ln>
            <a:noFill/>
          </a:ln>
        </p:spPr>
      </p:pic>
      <p:pic>
        <p:nvPicPr>
          <p:cNvPr id="429" name="Google Shape;429;p24"/>
          <p:cNvPicPr preferRelativeResize="0"/>
          <p:nvPr/>
        </p:nvPicPr>
        <p:blipFill rotWithShape="1">
          <a:blip r:embed="rId7">
            <a:alphaModFix/>
          </a:blip>
          <a:srcRect b="0" l="0" r="0" t="0"/>
          <a:stretch/>
        </p:blipFill>
        <p:spPr>
          <a:xfrm>
            <a:off x="12332740" y="8123431"/>
            <a:ext cx="4652481" cy="719020"/>
          </a:xfrm>
          <a:prstGeom prst="rect">
            <a:avLst/>
          </a:prstGeom>
          <a:noFill/>
          <a:ln>
            <a:noFill/>
          </a:ln>
        </p:spPr>
      </p:pic>
      <p:pic>
        <p:nvPicPr>
          <p:cNvPr id="430" name="Google Shape;430;p24"/>
          <p:cNvPicPr preferRelativeResize="0"/>
          <p:nvPr/>
        </p:nvPicPr>
        <p:blipFill rotWithShape="1">
          <a:blip r:embed="rId8">
            <a:alphaModFix/>
          </a:blip>
          <a:srcRect b="0" l="0" r="0" t="0"/>
          <a:stretch/>
        </p:blipFill>
        <p:spPr>
          <a:xfrm rot="-5400000">
            <a:off x="9294859" y="6171828"/>
            <a:ext cx="4738982" cy="568678"/>
          </a:xfrm>
          <a:prstGeom prst="rect">
            <a:avLst/>
          </a:prstGeom>
          <a:noFill/>
          <a:ln>
            <a:noFill/>
          </a:ln>
        </p:spPr>
      </p:pic>
      <p:pic>
        <p:nvPicPr>
          <p:cNvPr id="431" name="Google Shape;431;p24"/>
          <p:cNvPicPr preferRelativeResize="0"/>
          <p:nvPr/>
        </p:nvPicPr>
        <p:blipFill rotWithShape="1">
          <a:blip r:embed="rId9">
            <a:alphaModFix/>
          </a:blip>
          <a:srcRect b="0" l="0" r="0" t="0"/>
          <a:stretch/>
        </p:blipFill>
        <p:spPr>
          <a:xfrm>
            <a:off x="11334903" y="1747245"/>
            <a:ext cx="613786" cy="1907244"/>
          </a:xfrm>
          <a:prstGeom prst="rect">
            <a:avLst/>
          </a:prstGeom>
          <a:noFill/>
          <a:ln>
            <a:noFill/>
          </a:ln>
        </p:spPr>
      </p:pic>
      <p:sp>
        <p:nvSpPr>
          <p:cNvPr id="432" name="Google Shape;432;p24"/>
          <p:cNvSpPr txBox="1"/>
          <p:nvPr/>
        </p:nvSpPr>
        <p:spPr>
          <a:xfrm>
            <a:off x="1352337" y="1551381"/>
            <a:ext cx="9299922" cy="1371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9000" u="none" cap="none" strike="noStrike">
                <a:solidFill>
                  <a:srgbClr val="FFFFFF"/>
                </a:solidFill>
                <a:latin typeface="Poppins"/>
                <a:ea typeface="Poppins"/>
                <a:cs typeface="Poppins"/>
                <a:sym typeface="Poppins"/>
              </a:rPr>
              <a:t>BACKGROUND</a:t>
            </a:r>
            <a:endParaRPr/>
          </a:p>
        </p:txBody>
      </p:sp>
      <p:grpSp>
        <p:nvGrpSpPr>
          <p:cNvPr id="433" name="Google Shape;433;p24"/>
          <p:cNvGrpSpPr/>
          <p:nvPr/>
        </p:nvGrpSpPr>
        <p:grpSpPr>
          <a:xfrm>
            <a:off x="1352337" y="3566396"/>
            <a:ext cx="8267974" cy="2157410"/>
            <a:chOff x="0" y="-28575"/>
            <a:chExt cx="11023965" cy="2876546"/>
          </a:xfrm>
        </p:grpSpPr>
        <p:sp>
          <p:nvSpPr>
            <p:cNvPr id="434" name="Google Shape;434;p24"/>
            <p:cNvSpPr txBox="1"/>
            <p:nvPr/>
          </p:nvSpPr>
          <p:spPr>
            <a:xfrm>
              <a:off x="0" y="-28575"/>
              <a:ext cx="11023965" cy="766167"/>
            </a:xfrm>
            <a:prstGeom prst="rect">
              <a:avLst/>
            </a:prstGeom>
            <a:noFill/>
            <a:ln>
              <a:noFill/>
            </a:ln>
          </p:spPr>
          <p:txBody>
            <a:bodyPr anchorCtr="0" anchor="t" bIns="0" lIns="0" spcFirstLastPara="1" rIns="0" wrap="square" tIns="0">
              <a:spAutoFit/>
            </a:bodyPr>
            <a:lstStyle/>
            <a:p>
              <a:pPr indent="0" lvl="0" marL="0" marR="0" rtl="0" algn="l">
                <a:lnSpc>
                  <a:spcPct val="129991"/>
                </a:lnSpc>
                <a:spcBef>
                  <a:spcPts val="0"/>
                </a:spcBef>
                <a:spcAft>
                  <a:spcPts val="0"/>
                </a:spcAft>
                <a:buNone/>
              </a:pPr>
              <a:r>
                <a:rPr b="0" i="0" lang="en-US" sz="3691" u="none" cap="none" strike="noStrike">
                  <a:solidFill>
                    <a:srgbClr val="FFFFFF"/>
                  </a:solidFill>
                  <a:latin typeface="League Spartan"/>
                  <a:ea typeface="League Spartan"/>
                  <a:cs typeface="League Spartan"/>
                  <a:sym typeface="League Spartan"/>
                </a:rPr>
                <a:t>General Overview</a:t>
              </a:r>
              <a:endParaRPr/>
            </a:p>
          </p:txBody>
        </p:sp>
        <p:sp>
          <p:nvSpPr>
            <p:cNvPr id="435" name="Google Shape;435;p24"/>
            <p:cNvSpPr txBox="1"/>
            <p:nvPr/>
          </p:nvSpPr>
          <p:spPr>
            <a:xfrm>
              <a:off x="0" y="1233567"/>
              <a:ext cx="11023965" cy="1614404"/>
            </a:xfrm>
            <a:prstGeom prst="rect">
              <a:avLst/>
            </a:prstGeom>
            <a:noFill/>
            <a:ln>
              <a:noFill/>
            </a:ln>
          </p:spPr>
          <p:txBody>
            <a:bodyPr anchorCtr="0" anchor="t" bIns="0" lIns="0" spcFirstLastPara="1" rIns="0" wrap="square" tIns="0">
              <a:spAutoFit/>
            </a:bodyPr>
            <a:lstStyle/>
            <a:p>
              <a:pPr indent="0" lvl="0" marL="0" marR="0" rtl="0" algn="l">
                <a:lnSpc>
                  <a:spcPct val="130007"/>
                </a:lnSpc>
                <a:spcBef>
                  <a:spcPts val="0"/>
                </a:spcBef>
                <a:spcAft>
                  <a:spcPts val="0"/>
                </a:spcAft>
                <a:buNone/>
              </a:pPr>
              <a:r>
                <a:rPr b="0" i="0" lang="en-US" sz="2536" u="none" cap="none" strike="noStrike">
                  <a:solidFill>
                    <a:srgbClr val="FFFFFF"/>
                  </a:solidFill>
                  <a:latin typeface="Arial"/>
                  <a:ea typeface="Arial"/>
                  <a:cs typeface="Arial"/>
                  <a:sym typeface="Arial"/>
                </a:rPr>
                <a:t>Present with ease and wow any audience with Canva Presentations. Choose from over a thousand templates to fit any objective or topic. </a:t>
              </a:r>
              <a:endParaRPr/>
            </a:p>
          </p:txBody>
        </p:sp>
      </p:grpSp>
      <p:grpSp>
        <p:nvGrpSpPr>
          <p:cNvPr id="436" name="Google Shape;436;p24"/>
          <p:cNvGrpSpPr/>
          <p:nvPr/>
        </p:nvGrpSpPr>
        <p:grpSpPr>
          <a:xfrm>
            <a:off x="1352337" y="6224566"/>
            <a:ext cx="7737747" cy="2617885"/>
            <a:chOff x="0" y="-28575"/>
            <a:chExt cx="10316996" cy="3490513"/>
          </a:xfrm>
        </p:grpSpPr>
        <p:sp>
          <p:nvSpPr>
            <p:cNvPr id="437" name="Google Shape;437;p24"/>
            <p:cNvSpPr txBox="1"/>
            <p:nvPr/>
          </p:nvSpPr>
          <p:spPr>
            <a:xfrm>
              <a:off x="0" y="-28575"/>
              <a:ext cx="10316996" cy="766196"/>
            </a:xfrm>
            <a:prstGeom prst="rect">
              <a:avLst/>
            </a:prstGeom>
            <a:noFill/>
            <a:ln>
              <a:noFill/>
            </a:ln>
          </p:spPr>
          <p:txBody>
            <a:bodyPr anchorCtr="0" anchor="t" bIns="0" lIns="0" spcFirstLastPara="1" rIns="0" wrap="square" tIns="0">
              <a:spAutoFit/>
            </a:bodyPr>
            <a:lstStyle/>
            <a:p>
              <a:pPr indent="0" lvl="0" marL="0" marR="0" rtl="0" algn="l">
                <a:lnSpc>
                  <a:spcPct val="130008"/>
                </a:lnSpc>
                <a:spcBef>
                  <a:spcPts val="0"/>
                </a:spcBef>
                <a:spcAft>
                  <a:spcPts val="0"/>
                </a:spcAft>
                <a:buNone/>
              </a:pPr>
              <a:r>
                <a:rPr b="0" i="0" lang="en-US" sz="3689" u="none" cap="none" strike="noStrike">
                  <a:solidFill>
                    <a:srgbClr val="FFFFFF"/>
                  </a:solidFill>
                  <a:latin typeface="League Spartan"/>
                  <a:ea typeface="League Spartan"/>
                  <a:cs typeface="League Spartan"/>
                  <a:sym typeface="League Spartan"/>
                </a:rPr>
                <a:t>History</a:t>
              </a:r>
              <a:endParaRPr/>
            </a:p>
          </p:txBody>
        </p:sp>
        <p:sp>
          <p:nvSpPr>
            <p:cNvPr id="438" name="Google Shape;438;p24"/>
            <p:cNvSpPr txBox="1"/>
            <p:nvPr/>
          </p:nvSpPr>
          <p:spPr>
            <a:xfrm>
              <a:off x="0" y="1301442"/>
              <a:ext cx="10316996" cy="2160496"/>
            </a:xfrm>
            <a:prstGeom prst="rect">
              <a:avLst/>
            </a:prstGeom>
            <a:noFill/>
            <a:ln>
              <a:noFill/>
            </a:ln>
          </p:spPr>
          <p:txBody>
            <a:bodyPr anchorCtr="0" anchor="t" bIns="0" lIns="0" spcFirstLastPara="1" rIns="0" wrap="square" tIns="0">
              <a:spAutoFit/>
            </a:bodyPr>
            <a:lstStyle/>
            <a:p>
              <a:pPr indent="0" lvl="0" marL="0" marR="0" rtl="0" algn="l">
                <a:lnSpc>
                  <a:spcPct val="130007"/>
                </a:lnSpc>
                <a:spcBef>
                  <a:spcPts val="0"/>
                </a:spcBef>
                <a:spcAft>
                  <a:spcPts val="0"/>
                </a:spcAft>
                <a:buNone/>
              </a:pPr>
              <a:r>
                <a:rPr b="0" i="0" lang="en-US" sz="2536" u="none" cap="none" strike="noStrike">
                  <a:solidFill>
                    <a:srgbClr val="FFFFFF"/>
                  </a:solidFill>
                  <a:latin typeface="Arial"/>
                  <a:ea typeface="Arial"/>
                  <a:cs typeface="Arial"/>
                  <a:sym typeface="Arial"/>
                </a:rPr>
                <a:t>With Canva Presentations, you can collaborate in real-time with your teammates or co-presenters. Share tasks and work simultaneously to create a powerful presentation.</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5457"/>
        </a:solidFill>
      </p:bgPr>
    </p:bg>
    <p:spTree>
      <p:nvGrpSpPr>
        <p:cNvPr id="442" name="Shape 442"/>
        <p:cNvGrpSpPr/>
        <p:nvPr/>
      </p:nvGrpSpPr>
      <p:grpSpPr>
        <a:xfrm>
          <a:off x="0" y="0"/>
          <a:ext cx="0" cy="0"/>
          <a:chOff x="0" y="0"/>
          <a:chExt cx="0" cy="0"/>
        </a:xfrm>
      </p:grpSpPr>
      <p:pic>
        <p:nvPicPr>
          <p:cNvPr id="443" name="Google Shape;443;p25"/>
          <p:cNvPicPr preferRelativeResize="0"/>
          <p:nvPr/>
        </p:nvPicPr>
        <p:blipFill rotWithShape="1">
          <a:blip r:embed="rId3">
            <a:alphaModFix/>
          </a:blip>
          <a:srcRect b="0" l="0" r="0" t="0"/>
          <a:stretch/>
        </p:blipFill>
        <p:spPr>
          <a:xfrm rot="660898">
            <a:off x="13239982" y="6153222"/>
            <a:ext cx="3445446" cy="4960720"/>
          </a:xfrm>
          <a:prstGeom prst="rect">
            <a:avLst/>
          </a:prstGeom>
          <a:noFill/>
          <a:ln>
            <a:noFill/>
          </a:ln>
        </p:spPr>
      </p:pic>
      <p:pic>
        <p:nvPicPr>
          <p:cNvPr id="444" name="Google Shape;444;p25"/>
          <p:cNvPicPr preferRelativeResize="0"/>
          <p:nvPr/>
        </p:nvPicPr>
        <p:blipFill rotWithShape="1">
          <a:blip r:embed="rId4">
            <a:alphaModFix/>
          </a:blip>
          <a:srcRect b="0" l="0" r="0" t="0"/>
          <a:stretch/>
        </p:blipFill>
        <p:spPr>
          <a:xfrm rot="-6797747">
            <a:off x="14619218" y="8851158"/>
            <a:ext cx="4287605" cy="491126"/>
          </a:xfrm>
          <a:prstGeom prst="rect">
            <a:avLst/>
          </a:prstGeom>
          <a:noFill/>
          <a:ln>
            <a:noFill/>
          </a:ln>
        </p:spPr>
      </p:pic>
      <p:pic>
        <p:nvPicPr>
          <p:cNvPr id="445" name="Google Shape;445;p25"/>
          <p:cNvPicPr preferRelativeResize="0"/>
          <p:nvPr/>
        </p:nvPicPr>
        <p:blipFill rotWithShape="1">
          <a:blip r:embed="rId5">
            <a:alphaModFix/>
          </a:blip>
          <a:srcRect b="0" l="0" r="0" t="0"/>
          <a:stretch/>
        </p:blipFill>
        <p:spPr>
          <a:xfrm>
            <a:off x="1028700" y="1686265"/>
            <a:ext cx="463624" cy="1440640"/>
          </a:xfrm>
          <a:prstGeom prst="rect">
            <a:avLst/>
          </a:prstGeom>
          <a:noFill/>
          <a:ln>
            <a:noFill/>
          </a:ln>
        </p:spPr>
      </p:pic>
      <p:pic>
        <p:nvPicPr>
          <p:cNvPr id="446" name="Google Shape;446;p25"/>
          <p:cNvPicPr preferRelativeResize="0"/>
          <p:nvPr/>
        </p:nvPicPr>
        <p:blipFill rotWithShape="1">
          <a:blip r:embed="rId6">
            <a:alphaModFix/>
          </a:blip>
          <a:srcRect b="0" l="0" r="0" t="0"/>
          <a:stretch/>
        </p:blipFill>
        <p:spPr>
          <a:xfrm>
            <a:off x="1028700" y="4423180"/>
            <a:ext cx="463624" cy="1440640"/>
          </a:xfrm>
          <a:prstGeom prst="rect">
            <a:avLst/>
          </a:prstGeom>
          <a:noFill/>
          <a:ln>
            <a:noFill/>
          </a:ln>
        </p:spPr>
      </p:pic>
      <p:pic>
        <p:nvPicPr>
          <p:cNvPr id="447" name="Google Shape;447;p25"/>
          <p:cNvPicPr preferRelativeResize="0"/>
          <p:nvPr/>
        </p:nvPicPr>
        <p:blipFill rotWithShape="1">
          <a:blip r:embed="rId7">
            <a:alphaModFix/>
          </a:blip>
          <a:srcRect b="0" l="0" r="0" t="0"/>
          <a:stretch/>
        </p:blipFill>
        <p:spPr>
          <a:xfrm>
            <a:off x="1028700" y="7160095"/>
            <a:ext cx="463624" cy="1440640"/>
          </a:xfrm>
          <a:prstGeom prst="rect">
            <a:avLst/>
          </a:prstGeom>
          <a:noFill/>
          <a:ln>
            <a:noFill/>
          </a:ln>
        </p:spPr>
      </p:pic>
      <p:pic>
        <p:nvPicPr>
          <p:cNvPr id="448" name="Google Shape;448;p25"/>
          <p:cNvPicPr preferRelativeResize="0"/>
          <p:nvPr/>
        </p:nvPicPr>
        <p:blipFill rotWithShape="1">
          <a:blip r:embed="rId8">
            <a:alphaModFix/>
          </a:blip>
          <a:srcRect b="0" l="0" r="0" t="0"/>
          <a:stretch/>
        </p:blipFill>
        <p:spPr>
          <a:xfrm rot="-1009269">
            <a:off x="10403986" y="6859398"/>
            <a:ext cx="3785904" cy="4797804"/>
          </a:xfrm>
          <a:prstGeom prst="rect">
            <a:avLst/>
          </a:prstGeom>
          <a:noFill/>
          <a:ln>
            <a:noFill/>
          </a:ln>
        </p:spPr>
      </p:pic>
      <p:sp>
        <p:nvSpPr>
          <p:cNvPr id="449" name="Google Shape;449;p25"/>
          <p:cNvSpPr txBox="1"/>
          <p:nvPr/>
        </p:nvSpPr>
        <p:spPr>
          <a:xfrm>
            <a:off x="10162546" y="2732123"/>
            <a:ext cx="7420391" cy="2743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9000" u="none" cap="none" strike="noStrike">
                <a:solidFill>
                  <a:srgbClr val="FFFFFF"/>
                </a:solidFill>
                <a:latin typeface="Poppins"/>
                <a:ea typeface="Poppins"/>
                <a:cs typeface="Poppins"/>
                <a:sym typeface="Poppins"/>
              </a:rPr>
              <a:t>GROUP SYNTHESIS</a:t>
            </a:r>
            <a:endParaRPr/>
          </a:p>
        </p:txBody>
      </p:sp>
      <p:grpSp>
        <p:nvGrpSpPr>
          <p:cNvPr id="450" name="Google Shape;450;p25"/>
          <p:cNvGrpSpPr/>
          <p:nvPr/>
        </p:nvGrpSpPr>
        <p:grpSpPr>
          <a:xfrm>
            <a:off x="2229311" y="1178972"/>
            <a:ext cx="6614169" cy="2111109"/>
            <a:chOff x="0" y="-28575"/>
            <a:chExt cx="8818892" cy="2814812"/>
          </a:xfrm>
        </p:grpSpPr>
        <p:sp>
          <p:nvSpPr>
            <p:cNvPr id="451" name="Google Shape;451;p25"/>
            <p:cNvSpPr txBox="1"/>
            <p:nvPr/>
          </p:nvSpPr>
          <p:spPr>
            <a:xfrm>
              <a:off x="0" y="1078100"/>
              <a:ext cx="8818892" cy="1708137"/>
            </a:xfrm>
            <a:prstGeom prst="rect">
              <a:avLst/>
            </a:prstGeom>
            <a:noFill/>
            <a:ln>
              <a:noFill/>
            </a:ln>
          </p:spPr>
          <p:txBody>
            <a:bodyPr anchorCtr="0" anchor="t" bIns="0" lIns="0" spcFirstLastPara="1" rIns="0" wrap="square" tIns="0">
              <a:spAutoFit/>
            </a:bodyPr>
            <a:lstStyle/>
            <a:p>
              <a:pPr indent="0" lvl="0" marL="0" marR="0" rtl="0" algn="l">
                <a:lnSpc>
                  <a:spcPct val="130019"/>
                </a:lnSpc>
                <a:spcBef>
                  <a:spcPts val="0"/>
                </a:spcBef>
                <a:spcAft>
                  <a:spcPts val="0"/>
                </a:spcAft>
                <a:buNone/>
              </a:pPr>
              <a:r>
                <a:rPr b="0" i="0" lang="en-US" sz="2625" u="none" cap="none" strike="noStrike">
                  <a:solidFill>
                    <a:srgbClr val="FFFFFF"/>
                  </a:solidFill>
                  <a:latin typeface="Arial"/>
                  <a:ea typeface="Arial"/>
                  <a:cs typeface="Arial"/>
                  <a:sym typeface="Arial"/>
                </a:rPr>
                <a:t>Wow any audience with your Canva presentation. Design, plan, and present all in one place.</a:t>
              </a:r>
              <a:endParaRPr/>
            </a:p>
          </p:txBody>
        </p:sp>
        <p:sp>
          <p:nvSpPr>
            <p:cNvPr id="452" name="Google Shape;452;p25"/>
            <p:cNvSpPr txBox="1"/>
            <p:nvPr/>
          </p:nvSpPr>
          <p:spPr>
            <a:xfrm>
              <a:off x="0" y="-28575"/>
              <a:ext cx="8520832" cy="789729"/>
            </a:xfrm>
            <a:prstGeom prst="rect">
              <a:avLst/>
            </a:prstGeom>
            <a:noFill/>
            <a:ln>
              <a:noFill/>
            </a:ln>
          </p:spPr>
          <p:txBody>
            <a:bodyPr anchorCtr="0" anchor="t" bIns="0" lIns="0" spcFirstLastPara="1" rIns="0" wrap="square" tIns="0">
              <a:spAutoFit/>
            </a:bodyPr>
            <a:lstStyle/>
            <a:p>
              <a:pPr indent="0" lvl="0" marL="0" marR="0" rtl="0" algn="l">
                <a:lnSpc>
                  <a:spcPct val="130007"/>
                </a:lnSpc>
                <a:spcBef>
                  <a:spcPts val="0"/>
                </a:spcBef>
                <a:spcAft>
                  <a:spcPts val="0"/>
                </a:spcAft>
                <a:buNone/>
              </a:pPr>
              <a:r>
                <a:rPr b="0" i="0" lang="en-US" sz="3799" u="none" cap="none" strike="noStrike">
                  <a:solidFill>
                    <a:srgbClr val="FFFFFF"/>
                  </a:solidFill>
                  <a:latin typeface="League Spartan"/>
                  <a:ea typeface="League Spartan"/>
                  <a:cs typeface="League Spartan"/>
                  <a:sym typeface="League Spartan"/>
                </a:rPr>
                <a:t>Our First Synthesis</a:t>
              </a:r>
              <a:endParaRPr/>
            </a:p>
          </p:txBody>
        </p:sp>
      </p:grpSp>
      <p:grpSp>
        <p:nvGrpSpPr>
          <p:cNvPr id="453" name="Google Shape;453;p25"/>
          <p:cNvGrpSpPr/>
          <p:nvPr/>
        </p:nvGrpSpPr>
        <p:grpSpPr>
          <a:xfrm>
            <a:off x="2229311" y="4082292"/>
            <a:ext cx="6614169" cy="2111109"/>
            <a:chOff x="0" y="-28575"/>
            <a:chExt cx="8818892" cy="2814812"/>
          </a:xfrm>
        </p:grpSpPr>
        <p:sp>
          <p:nvSpPr>
            <p:cNvPr id="454" name="Google Shape;454;p25"/>
            <p:cNvSpPr txBox="1"/>
            <p:nvPr/>
          </p:nvSpPr>
          <p:spPr>
            <a:xfrm>
              <a:off x="0" y="1078100"/>
              <a:ext cx="8818892" cy="1708137"/>
            </a:xfrm>
            <a:prstGeom prst="rect">
              <a:avLst/>
            </a:prstGeom>
            <a:noFill/>
            <a:ln>
              <a:noFill/>
            </a:ln>
          </p:spPr>
          <p:txBody>
            <a:bodyPr anchorCtr="0" anchor="t" bIns="0" lIns="0" spcFirstLastPara="1" rIns="0" wrap="square" tIns="0">
              <a:spAutoFit/>
            </a:bodyPr>
            <a:lstStyle/>
            <a:p>
              <a:pPr indent="0" lvl="0" marL="0" marR="0" rtl="0" algn="l">
                <a:lnSpc>
                  <a:spcPct val="130019"/>
                </a:lnSpc>
                <a:spcBef>
                  <a:spcPts val="0"/>
                </a:spcBef>
                <a:spcAft>
                  <a:spcPts val="0"/>
                </a:spcAft>
                <a:buNone/>
              </a:pPr>
              <a:r>
                <a:rPr b="0" i="0" lang="en-US" sz="2625" u="none" cap="none" strike="noStrike">
                  <a:solidFill>
                    <a:srgbClr val="FFFFFF"/>
                  </a:solidFill>
                  <a:latin typeface="Arial"/>
                  <a:ea typeface="Arial"/>
                  <a:cs typeface="Arial"/>
                  <a:sym typeface="Arial"/>
                </a:rPr>
                <a:t>Wow any audience with your Canva presentation. Design, plan, and present all in one place.</a:t>
              </a:r>
              <a:endParaRPr/>
            </a:p>
          </p:txBody>
        </p:sp>
        <p:sp>
          <p:nvSpPr>
            <p:cNvPr id="455" name="Google Shape;455;p25"/>
            <p:cNvSpPr txBox="1"/>
            <p:nvPr/>
          </p:nvSpPr>
          <p:spPr>
            <a:xfrm>
              <a:off x="0" y="-28575"/>
              <a:ext cx="8520832" cy="789729"/>
            </a:xfrm>
            <a:prstGeom prst="rect">
              <a:avLst/>
            </a:prstGeom>
            <a:noFill/>
            <a:ln>
              <a:noFill/>
            </a:ln>
          </p:spPr>
          <p:txBody>
            <a:bodyPr anchorCtr="0" anchor="t" bIns="0" lIns="0" spcFirstLastPara="1" rIns="0" wrap="square" tIns="0">
              <a:spAutoFit/>
            </a:bodyPr>
            <a:lstStyle/>
            <a:p>
              <a:pPr indent="0" lvl="0" marL="0" marR="0" rtl="0" algn="l">
                <a:lnSpc>
                  <a:spcPct val="130007"/>
                </a:lnSpc>
                <a:spcBef>
                  <a:spcPts val="0"/>
                </a:spcBef>
                <a:spcAft>
                  <a:spcPts val="0"/>
                </a:spcAft>
                <a:buNone/>
              </a:pPr>
              <a:r>
                <a:rPr b="0" i="0" lang="en-US" sz="3799" u="none" cap="none" strike="noStrike">
                  <a:solidFill>
                    <a:srgbClr val="FFFFFF"/>
                  </a:solidFill>
                  <a:latin typeface="League Spartan"/>
                  <a:ea typeface="League Spartan"/>
                  <a:cs typeface="League Spartan"/>
                  <a:sym typeface="League Spartan"/>
                </a:rPr>
                <a:t>Our Second Synthesis</a:t>
              </a:r>
              <a:endParaRPr/>
            </a:p>
          </p:txBody>
        </p:sp>
      </p:grpSp>
      <p:grpSp>
        <p:nvGrpSpPr>
          <p:cNvPr id="456" name="Google Shape;456;p25"/>
          <p:cNvGrpSpPr/>
          <p:nvPr/>
        </p:nvGrpSpPr>
        <p:grpSpPr>
          <a:xfrm>
            <a:off x="2229311" y="6985612"/>
            <a:ext cx="6614169" cy="2111109"/>
            <a:chOff x="0" y="-28575"/>
            <a:chExt cx="8818892" cy="2814812"/>
          </a:xfrm>
        </p:grpSpPr>
        <p:sp>
          <p:nvSpPr>
            <p:cNvPr id="457" name="Google Shape;457;p25"/>
            <p:cNvSpPr txBox="1"/>
            <p:nvPr/>
          </p:nvSpPr>
          <p:spPr>
            <a:xfrm>
              <a:off x="0" y="1078100"/>
              <a:ext cx="8818892" cy="1708137"/>
            </a:xfrm>
            <a:prstGeom prst="rect">
              <a:avLst/>
            </a:prstGeom>
            <a:noFill/>
            <a:ln>
              <a:noFill/>
            </a:ln>
          </p:spPr>
          <p:txBody>
            <a:bodyPr anchorCtr="0" anchor="t" bIns="0" lIns="0" spcFirstLastPara="1" rIns="0" wrap="square" tIns="0">
              <a:spAutoFit/>
            </a:bodyPr>
            <a:lstStyle/>
            <a:p>
              <a:pPr indent="0" lvl="0" marL="0" marR="0" rtl="0" algn="l">
                <a:lnSpc>
                  <a:spcPct val="130019"/>
                </a:lnSpc>
                <a:spcBef>
                  <a:spcPts val="0"/>
                </a:spcBef>
                <a:spcAft>
                  <a:spcPts val="0"/>
                </a:spcAft>
                <a:buNone/>
              </a:pPr>
              <a:r>
                <a:rPr b="0" i="0" lang="en-US" sz="2625" u="none" cap="none" strike="noStrike">
                  <a:solidFill>
                    <a:srgbClr val="FFFFFF"/>
                  </a:solidFill>
                  <a:latin typeface="Arial"/>
                  <a:ea typeface="Arial"/>
                  <a:cs typeface="Arial"/>
                  <a:sym typeface="Arial"/>
                </a:rPr>
                <a:t>Wow any audience with your Canva presentation. Design, plan, and present all in one place.</a:t>
              </a:r>
              <a:endParaRPr/>
            </a:p>
          </p:txBody>
        </p:sp>
        <p:sp>
          <p:nvSpPr>
            <p:cNvPr id="458" name="Google Shape;458;p25"/>
            <p:cNvSpPr txBox="1"/>
            <p:nvPr/>
          </p:nvSpPr>
          <p:spPr>
            <a:xfrm>
              <a:off x="0" y="-28575"/>
              <a:ext cx="8520832" cy="789729"/>
            </a:xfrm>
            <a:prstGeom prst="rect">
              <a:avLst/>
            </a:prstGeom>
            <a:noFill/>
            <a:ln>
              <a:noFill/>
            </a:ln>
          </p:spPr>
          <p:txBody>
            <a:bodyPr anchorCtr="0" anchor="t" bIns="0" lIns="0" spcFirstLastPara="1" rIns="0" wrap="square" tIns="0">
              <a:spAutoFit/>
            </a:bodyPr>
            <a:lstStyle/>
            <a:p>
              <a:pPr indent="0" lvl="0" marL="0" marR="0" rtl="0" algn="l">
                <a:lnSpc>
                  <a:spcPct val="130007"/>
                </a:lnSpc>
                <a:spcBef>
                  <a:spcPts val="0"/>
                </a:spcBef>
                <a:spcAft>
                  <a:spcPts val="0"/>
                </a:spcAft>
                <a:buNone/>
              </a:pPr>
              <a:r>
                <a:rPr b="0" i="0" lang="en-US" sz="3799" u="none" cap="none" strike="noStrike">
                  <a:solidFill>
                    <a:srgbClr val="FFFFFF"/>
                  </a:solidFill>
                  <a:latin typeface="League Spartan"/>
                  <a:ea typeface="League Spartan"/>
                  <a:cs typeface="League Spartan"/>
                  <a:sym typeface="League Spartan"/>
                </a:rPr>
                <a:t>Our Third Synthesis</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477F"/>
        </a:solidFill>
      </p:bgPr>
    </p:bg>
    <p:spTree>
      <p:nvGrpSpPr>
        <p:cNvPr id="462" name="Shape 462"/>
        <p:cNvGrpSpPr/>
        <p:nvPr/>
      </p:nvGrpSpPr>
      <p:grpSpPr>
        <a:xfrm>
          <a:off x="0" y="0"/>
          <a:ext cx="0" cy="0"/>
          <a:chOff x="0" y="0"/>
          <a:chExt cx="0" cy="0"/>
        </a:xfrm>
      </p:grpSpPr>
      <p:sp>
        <p:nvSpPr>
          <p:cNvPr id="463" name="Google Shape;463;p26"/>
          <p:cNvSpPr txBox="1"/>
          <p:nvPr/>
        </p:nvSpPr>
        <p:spPr>
          <a:xfrm>
            <a:off x="1028700" y="368478"/>
            <a:ext cx="6366457" cy="2743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9000" u="none" cap="none" strike="noStrike">
                <a:solidFill>
                  <a:srgbClr val="FFFFFF"/>
                </a:solidFill>
                <a:latin typeface="Poppins"/>
                <a:ea typeface="Poppins"/>
                <a:cs typeface="Poppins"/>
                <a:sym typeface="Poppins"/>
              </a:rPr>
              <a:t>RELATED VIDEO</a:t>
            </a:r>
            <a:endParaRPr/>
          </a:p>
        </p:txBody>
      </p:sp>
      <p:sp>
        <p:nvSpPr>
          <p:cNvPr id="464" name="Google Shape;464;p26"/>
          <p:cNvSpPr txBox="1"/>
          <p:nvPr/>
        </p:nvSpPr>
        <p:spPr>
          <a:xfrm>
            <a:off x="8693707" y="908133"/>
            <a:ext cx="8565593" cy="1635315"/>
          </a:xfrm>
          <a:prstGeom prst="rect">
            <a:avLst/>
          </a:prstGeom>
          <a:noFill/>
          <a:ln>
            <a:noFill/>
          </a:ln>
        </p:spPr>
        <p:txBody>
          <a:bodyPr anchorCtr="0" anchor="t" bIns="0" lIns="0" spcFirstLastPara="1" rIns="0" wrap="square" tIns="0">
            <a:spAutoFit/>
          </a:bodyPr>
          <a:lstStyle/>
          <a:p>
            <a:pPr indent="0" lvl="0" marL="0" marR="0" rtl="0" algn="l">
              <a:lnSpc>
                <a:spcPct val="129979"/>
              </a:lnSpc>
              <a:spcBef>
                <a:spcPts val="0"/>
              </a:spcBef>
              <a:spcAft>
                <a:spcPts val="0"/>
              </a:spcAft>
              <a:buNone/>
            </a:pPr>
            <a:r>
              <a:rPr b="0" i="0" lang="en-US" sz="2485" u="none" cap="none" strike="noStrike">
                <a:solidFill>
                  <a:srgbClr val="FFFFFF"/>
                </a:solidFill>
                <a:latin typeface="Arial"/>
                <a:ea typeface="Arial"/>
                <a:cs typeface="Arial"/>
                <a:sym typeface="Arial"/>
              </a:rPr>
              <a:t>With Canva Presentations, you can collaborate in real-time and feel like you’re in the same room as your teammates or co-presenters. Share tasks and work simultaneously to create a powerful presentation.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E4E4"/>
        </a:solidFill>
      </p:bgPr>
    </p:bg>
    <p:spTree>
      <p:nvGrpSpPr>
        <p:cNvPr id="468" name="Shape 468"/>
        <p:cNvGrpSpPr/>
        <p:nvPr/>
      </p:nvGrpSpPr>
      <p:grpSpPr>
        <a:xfrm>
          <a:off x="0" y="0"/>
          <a:ext cx="0" cy="0"/>
          <a:chOff x="0" y="0"/>
          <a:chExt cx="0" cy="0"/>
        </a:xfrm>
      </p:grpSpPr>
      <p:pic>
        <p:nvPicPr>
          <p:cNvPr id="469" name="Google Shape;469;p27"/>
          <p:cNvPicPr preferRelativeResize="0"/>
          <p:nvPr/>
        </p:nvPicPr>
        <p:blipFill rotWithShape="1">
          <a:blip r:embed="rId3">
            <a:alphaModFix/>
          </a:blip>
          <a:srcRect b="0" l="0" r="0" t="0"/>
          <a:stretch/>
        </p:blipFill>
        <p:spPr>
          <a:xfrm>
            <a:off x="828191" y="927118"/>
            <a:ext cx="2981851" cy="3778844"/>
          </a:xfrm>
          <a:prstGeom prst="rect">
            <a:avLst/>
          </a:prstGeom>
          <a:noFill/>
          <a:ln>
            <a:noFill/>
          </a:ln>
        </p:spPr>
      </p:pic>
      <p:pic>
        <p:nvPicPr>
          <p:cNvPr id="470" name="Google Shape;470;p27"/>
          <p:cNvPicPr preferRelativeResize="0"/>
          <p:nvPr/>
        </p:nvPicPr>
        <p:blipFill rotWithShape="1">
          <a:blip r:embed="rId4">
            <a:alphaModFix/>
          </a:blip>
          <a:srcRect b="0" l="0" r="0" t="0"/>
          <a:stretch/>
        </p:blipFill>
        <p:spPr>
          <a:xfrm>
            <a:off x="828191" y="5123923"/>
            <a:ext cx="3061875" cy="389693"/>
          </a:xfrm>
          <a:prstGeom prst="rect">
            <a:avLst/>
          </a:prstGeom>
          <a:noFill/>
          <a:ln>
            <a:noFill/>
          </a:ln>
        </p:spPr>
      </p:pic>
      <p:pic>
        <p:nvPicPr>
          <p:cNvPr id="471" name="Google Shape;471;p27"/>
          <p:cNvPicPr preferRelativeResize="0"/>
          <p:nvPr/>
        </p:nvPicPr>
        <p:blipFill rotWithShape="1">
          <a:blip r:embed="rId5">
            <a:alphaModFix/>
          </a:blip>
          <a:srcRect b="0" l="0" r="0" t="0"/>
          <a:stretch/>
        </p:blipFill>
        <p:spPr>
          <a:xfrm>
            <a:off x="4173926" y="927118"/>
            <a:ext cx="3343042" cy="4596683"/>
          </a:xfrm>
          <a:prstGeom prst="rect">
            <a:avLst/>
          </a:prstGeom>
          <a:noFill/>
          <a:ln>
            <a:noFill/>
          </a:ln>
        </p:spPr>
      </p:pic>
      <p:pic>
        <p:nvPicPr>
          <p:cNvPr id="472" name="Google Shape;472;p27"/>
          <p:cNvPicPr preferRelativeResize="0"/>
          <p:nvPr/>
        </p:nvPicPr>
        <p:blipFill rotWithShape="1">
          <a:blip r:embed="rId6">
            <a:alphaModFix/>
          </a:blip>
          <a:srcRect b="0" l="0" r="0" t="0"/>
          <a:stretch/>
        </p:blipFill>
        <p:spPr>
          <a:xfrm>
            <a:off x="6488398" y="5803735"/>
            <a:ext cx="2193430" cy="3398272"/>
          </a:xfrm>
          <a:prstGeom prst="rect">
            <a:avLst/>
          </a:prstGeom>
          <a:noFill/>
          <a:ln>
            <a:noFill/>
          </a:ln>
        </p:spPr>
      </p:pic>
      <p:pic>
        <p:nvPicPr>
          <p:cNvPr id="473" name="Google Shape;473;p27"/>
          <p:cNvPicPr preferRelativeResize="0"/>
          <p:nvPr/>
        </p:nvPicPr>
        <p:blipFill rotWithShape="1">
          <a:blip r:embed="rId7">
            <a:alphaModFix/>
          </a:blip>
          <a:srcRect b="0" l="0" r="0" t="0"/>
          <a:stretch/>
        </p:blipFill>
        <p:spPr>
          <a:xfrm>
            <a:off x="7803054" y="996554"/>
            <a:ext cx="878774" cy="4517062"/>
          </a:xfrm>
          <a:prstGeom prst="rect">
            <a:avLst/>
          </a:prstGeom>
          <a:noFill/>
          <a:ln>
            <a:noFill/>
          </a:ln>
        </p:spPr>
      </p:pic>
      <p:pic>
        <p:nvPicPr>
          <p:cNvPr id="474" name="Google Shape;474;p27"/>
          <p:cNvPicPr preferRelativeResize="0"/>
          <p:nvPr/>
        </p:nvPicPr>
        <p:blipFill rotWithShape="1">
          <a:blip r:embed="rId8">
            <a:alphaModFix/>
          </a:blip>
          <a:srcRect b="0" l="0" r="0" t="0"/>
          <a:stretch/>
        </p:blipFill>
        <p:spPr>
          <a:xfrm>
            <a:off x="828191" y="5803735"/>
            <a:ext cx="5271917" cy="3556148"/>
          </a:xfrm>
          <a:prstGeom prst="rect">
            <a:avLst/>
          </a:prstGeom>
          <a:noFill/>
          <a:ln>
            <a:noFill/>
          </a:ln>
        </p:spPr>
      </p:pic>
      <p:grpSp>
        <p:nvGrpSpPr>
          <p:cNvPr id="475" name="Google Shape;475;p27"/>
          <p:cNvGrpSpPr/>
          <p:nvPr/>
        </p:nvGrpSpPr>
        <p:grpSpPr>
          <a:xfrm>
            <a:off x="9433845" y="3160607"/>
            <a:ext cx="7825455" cy="4587788"/>
            <a:chOff x="0" y="361950"/>
            <a:chExt cx="10433940" cy="6117050"/>
          </a:xfrm>
        </p:grpSpPr>
        <p:sp>
          <p:nvSpPr>
            <p:cNvPr id="476" name="Google Shape;476;p27"/>
            <p:cNvSpPr txBox="1"/>
            <p:nvPr/>
          </p:nvSpPr>
          <p:spPr>
            <a:xfrm>
              <a:off x="0" y="361950"/>
              <a:ext cx="10433940" cy="5157954"/>
            </a:xfrm>
            <a:prstGeom prst="rect">
              <a:avLst/>
            </a:prstGeom>
            <a:noFill/>
            <a:ln>
              <a:noFill/>
            </a:ln>
          </p:spPr>
          <p:txBody>
            <a:bodyPr anchorCtr="0" anchor="t" bIns="0" lIns="0" spcFirstLastPara="1" rIns="0" wrap="square" tIns="0">
              <a:spAutoFit/>
            </a:bodyPr>
            <a:lstStyle/>
            <a:p>
              <a:pPr indent="0" lvl="0" marL="0" marR="0" rtl="0" algn="ctr">
                <a:lnSpc>
                  <a:spcPct val="94997"/>
                </a:lnSpc>
                <a:spcBef>
                  <a:spcPts val="0"/>
                </a:spcBef>
                <a:spcAft>
                  <a:spcPts val="0"/>
                </a:spcAft>
                <a:buNone/>
              </a:pPr>
              <a:r>
                <a:rPr b="1" i="0" lang="en-US" sz="15191" u="none" cap="none" strike="noStrike">
                  <a:solidFill>
                    <a:srgbClr val="000000"/>
                  </a:solidFill>
                  <a:latin typeface="Poppins"/>
                  <a:ea typeface="Poppins"/>
                  <a:cs typeface="Poppins"/>
                  <a:sym typeface="Poppins"/>
                </a:rPr>
                <a:t>THANK YOU!</a:t>
              </a:r>
              <a:endParaRPr/>
            </a:p>
          </p:txBody>
        </p:sp>
        <p:sp>
          <p:nvSpPr>
            <p:cNvPr id="477" name="Google Shape;477;p27"/>
            <p:cNvSpPr txBox="1"/>
            <p:nvPr/>
          </p:nvSpPr>
          <p:spPr>
            <a:xfrm>
              <a:off x="0" y="5654546"/>
              <a:ext cx="10433940" cy="824454"/>
            </a:xfrm>
            <a:prstGeom prst="rect">
              <a:avLst/>
            </a:prstGeom>
            <a:noFill/>
            <a:ln>
              <a:noFill/>
            </a:ln>
          </p:spPr>
          <p:txBody>
            <a:bodyPr anchorCtr="0" anchor="t" bIns="0" lIns="0" spcFirstLastPara="1" rIns="0" wrap="square" tIns="0">
              <a:spAutoFit/>
            </a:bodyPr>
            <a:lstStyle/>
            <a:p>
              <a:pPr indent="0" lvl="0" marL="0" marR="0" rtl="0" algn="ctr">
                <a:lnSpc>
                  <a:spcPct val="129989"/>
                </a:lnSpc>
                <a:spcBef>
                  <a:spcPts val="0"/>
                </a:spcBef>
                <a:spcAft>
                  <a:spcPts val="0"/>
                </a:spcAft>
                <a:buNone/>
              </a:pPr>
              <a:r>
                <a:rPr b="0" i="0" lang="en-US" sz="3858" u="none" cap="none" strike="noStrike">
                  <a:solidFill>
                    <a:srgbClr val="000000"/>
                  </a:solidFill>
                  <a:latin typeface="Arial"/>
                  <a:ea typeface="Arial"/>
                  <a:cs typeface="Arial"/>
                  <a:sym typeface="Arial"/>
                </a:rPr>
                <a:t>Do you have any questions for us?</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5457"/>
        </a:solidFill>
      </p:bgPr>
    </p:bg>
    <p:spTree>
      <p:nvGrpSpPr>
        <p:cNvPr id="481" name="Shape 481"/>
        <p:cNvGrpSpPr/>
        <p:nvPr/>
      </p:nvGrpSpPr>
      <p:grpSpPr>
        <a:xfrm>
          <a:off x="0" y="0"/>
          <a:ext cx="0" cy="0"/>
          <a:chOff x="0" y="0"/>
          <a:chExt cx="0" cy="0"/>
        </a:xfrm>
      </p:grpSpPr>
      <p:pic>
        <p:nvPicPr>
          <p:cNvPr id="482" name="Google Shape;482;p28"/>
          <p:cNvPicPr preferRelativeResize="0"/>
          <p:nvPr/>
        </p:nvPicPr>
        <p:blipFill rotWithShape="1">
          <a:blip r:embed="rId3">
            <a:alphaModFix/>
          </a:blip>
          <a:srcRect b="0" l="0" r="0" t="0"/>
          <a:stretch/>
        </p:blipFill>
        <p:spPr>
          <a:xfrm>
            <a:off x="6871308" y="699547"/>
            <a:ext cx="4583142" cy="3091537"/>
          </a:xfrm>
          <a:prstGeom prst="rect">
            <a:avLst/>
          </a:prstGeom>
          <a:noFill/>
          <a:ln>
            <a:noFill/>
          </a:ln>
        </p:spPr>
      </p:pic>
      <p:pic>
        <p:nvPicPr>
          <p:cNvPr id="483" name="Google Shape;483;p28"/>
          <p:cNvPicPr preferRelativeResize="0"/>
          <p:nvPr/>
        </p:nvPicPr>
        <p:blipFill rotWithShape="1">
          <a:blip r:embed="rId4">
            <a:alphaModFix/>
          </a:blip>
          <a:srcRect b="0" l="0" r="0" t="0"/>
          <a:stretch/>
        </p:blipFill>
        <p:spPr>
          <a:xfrm>
            <a:off x="6871308" y="4134408"/>
            <a:ext cx="768319" cy="1983921"/>
          </a:xfrm>
          <a:prstGeom prst="rect">
            <a:avLst/>
          </a:prstGeom>
          <a:noFill/>
          <a:ln>
            <a:noFill/>
          </a:ln>
        </p:spPr>
      </p:pic>
      <p:pic>
        <p:nvPicPr>
          <p:cNvPr id="484" name="Google Shape;484;p28"/>
          <p:cNvPicPr preferRelativeResize="0"/>
          <p:nvPr/>
        </p:nvPicPr>
        <p:blipFill rotWithShape="1">
          <a:blip r:embed="rId5">
            <a:alphaModFix/>
          </a:blip>
          <a:srcRect b="0" l="0" r="0" t="0"/>
          <a:stretch/>
        </p:blipFill>
        <p:spPr>
          <a:xfrm>
            <a:off x="7843069" y="4173945"/>
            <a:ext cx="3526971" cy="545077"/>
          </a:xfrm>
          <a:prstGeom prst="rect">
            <a:avLst/>
          </a:prstGeom>
          <a:noFill/>
          <a:ln>
            <a:noFill/>
          </a:ln>
        </p:spPr>
      </p:pic>
      <p:pic>
        <p:nvPicPr>
          <p:cNvPr id="485" name="Google Shape;485;p28"/>
          <p:cNvPicPr preferRelativeResize="0"/>
          <p:nvPr/>
        </p:nvPicPr>
        <p:blipFill rotWithShape="1">
          <a:blip r:embed="rId6">
            <a:alphaModFix/>
          </a:blip>
          <a:srcRect b="0" l="0" r="0" t="0"/>
          <a:stretch/>
        </p:blipFill>
        <p:spPr>
          <a:xfrm>
            <a:off x="7843069" y="4780084"/>
            <a:ext cx="3526971" cy="692569"/>
          </a:xfrm>
          <a:prstGeom prst="rect">
            <a:avLst/>
          </a:prstGeom>
          <a:noFill/>
          <a:ln>
            <a:noFill/>
          </a:ln>
        </p:spPr>
      </p:pic>
      <p:pic>
        <p:nvPicPr>
          <p:cNvPr id="486" name="Google Shape;486;p28"/>
          <p:cNvPicPr preferRelativeResize="0"/>
          <p:nvPr/>
        </p:nvPicPr>
        <p:blipFill rotWithShape="1">
          <a:blip r:embed="rId7">
            <a:alphaModFix/>
          </a:blip>
          <a:srcRect b="0" l="0" r="0" t="0"/>
          <a:stretch/>
        </p:blipFill>
        <p:spPr>
          <a:xfrm>
            <a:off x="7909943" y="5669442"/>
            <a:ext cx="3526971" cy="448887"/>
          </a:xfrm>
          <a:prstGeom prst="rect">
            <a:avLst/>
          </a:prstGeom>
          <a:noFill/>
          <a:ln>
            <a:noFill/>
          </a:ln>
        </p:spPr>
      </p:pic>
      <p:pic>
        <p:nvPicPr>
          <p:cNvPr id="487" name="Google Shape;487;p28"/>
          <p:cNvPicPr preferRelativeResize="0"/>
          <p:nvPr/>
        </p:nvPicPr>
        <p:blipFill rotWithShape="1">
          <a:blip r:embed="rId8">
            <a:alphaModFix/>
          </a:blip>
          <a:srcRect b="0" l="0" r="0" t="0"/>
          <a:stretch/>
        </p:blipFill>
        <p:spPr>
          <a:xfrm>
            <a:off x="6871308" y="6434792"/>
            <a:ext cx="2945392" cy="3091537"/>
          </a:xfrm>
          <a:prstGeom prst="rect">
            <a:avLst/>
          </a:prstGeom>
          <a:noFill/>
          <a:ln>
            <a:noFill/>
          </a:ln>
        </p:spPr>
      </p:pic>
      <p:pic>
        <p:nvPicPr>
          <p:cNvPr id="488" name="Google Shape;488;p28"/>
          <p:cNvPicPr preferRelativeResize="0"/>
          <p:nvPr/>
        </p:nvPicPr>
        <p:blipFill rotWithShape="1">
          <a:blip r:embed="rId9">
            <a:alphaModFix/>
          </a:blip>
          <a:srcRect b="0" l="0" r="0" t="0"/>
          <a:stretch/>
        </p:blipFill>
        <p:spPr>
          <a:xfrm rot="-5400000">
            <a:off x="10487307" y="2059823"/>
            <a:ext cx="3091537" cy="370984"/>
          </a:xfrm>
          <a:prstGeom prst="rect">
            <a:avLst/>
          </a:prstGeom>
          <a:noFill/>
          <a:ln>
            <a:noFill/>
          </a:ln>
        </p:spPr>
      </p:pic>
      <p:pic>
        <p:nvPicPr>
          <p:cNvPr id="489" name="Google Shape;489;p28"/>
          <p:cNvPicPr preferRelativeResize="0"/>
          <p:nvPr/>
        </p:nvPicPr>
        <p:blipFill rotWithShape="1">
          <a:blip r:embed="rId10">
            <a:alphaModFix/>
          </a:blip>
          <a:srcRect b="0" l="0" r="0" t="0"/>
          <a:stretch/>
        </p:blipFill>
        <p:spPr>
          <a:xfrm>
            <a:off x="12392819" y="699547"/>
            <a:ext cx="927461" cy="3091537"/>
          </a:xfrm>
          <a:prstGeom prst="rect">
            <a:avLst/>
          </a:prstGeom>
          <a:noFill/>
          <a:ln>
            <a:noFill/>
          </a:ln>
        </p:spPr>
      </p:pic>
      <p:pic>
        <p:nvPicPr>
          <p:cNvPr id="490" name="Google Shape;490;p28"/>
          <p:cNvPicPr preferRelativeResize="0"/>
          <p:nvPr/>
        </p:nvPicPr>
        <p:blipFill rotWithShape="1">
          <a:blip r:embed="rId11">
            <a:alphaModFix/>
          </a:blip>
          <a:srcRect b="0" l="0" r="0" t="0"/>
          <a:stretch/>
        </p:blipFill>
        <p:spPr>
          <a:xfrm rot="-5400000">
            <a:off x="12442628" y="1798448"/>
            <a:ext cx="3091537" cy="893735"/>
          </a:xfrm>
          <a:prstGeom prst="rect">
            <a:avLst/>
          </a:prstGeom>
          <a:noFill/>
          <a:ln>
            <a:noFill/>
          </a:ln>
        </p:spPr>
      </p:pic>
      <p:pic>
        <p:nvPicPr>
          <p:cNvPr id="491" name="Google Shape;491;p28"/>
          <p:cNvPicPr preferRelativeResize="0"/>
          <p:nvPr/>
        </p:nvPicPr>
        <p:blipFill rotWithShape="1">
          <a:blip r:embed="rId12">
            <a:alphaModFix/>
          </a:blip>
          <a:srcRect b="0" l="0" r="0" t="0"/>
          <a:stretch/>
        </p:blipFill>
        <p:spPr>
          <a:xfrm>
            <a:off x="14618383" y="699547"/>
            <a:ext cx="1225373" cy="3091537"/>
          </a:xfrm>
          <a:prstGeom prst="rect">
            <a:avLst/>
          </a:prstGeom>
          <a:noFill/>
          <a:ln>
            <a:noFill/>
          </a:ln>
        </p:spPr>
      </p:pic>
      <p:pic>
        <p:nvPicPr>
          <p:cNvPr id="492" name="Google Shape;492;p28"/>
          <p:cNvPicPr preferRelativeResize="0"/>
          <p:nvPr/>
        </p:nvPicPr>
        <p:blipFill rotWithShape="1">
          <a:blip r:embed="rId13">
            <a:alphaModFix/>
          </a:blip>
          <a:srcRect b="0" l="0" r="0" t="0"/>
          <a:stretch/>
        </p:blipFill>
        <p:spPr>
          <a:xfrm>
            <a:off x="10077756" y="6434792"/>
            <a:ext cx="2714932" cy="3091537"/>
          </a:xfrm>
          <a:prstGeom prst="rect">
            <a:avLst/>
          </a:prstGeom>
          <a:noFill/>
          <a:ln>
            <a:noFill/>
          </a:ln>
        </p:spPr>
      </p:pic>
      <p:pic>
        <p:nvPicPr>
          <p:cNvPr id="493" name="Google Shape;493;p28"/>
          <p:cNvPicPr preferRelativeResize="0"/>
          <p:nvPr/>
        </p:nvPicPr>
        <p:blipFill rotWithShape="1">
          <a:blip r:embed="rId14">
            <a:alphaModFix/>
          </a:blip>
          <a:srcRect b="0" l="0" r="0" t="0"/>
          <a:stretch/>
        </p:blipFill>
        <p:spPr>
          <a:xfrm>
            <a:off x="11825674" y="4060703"/>
            <a:ext cx="3823292" cy="2057626"/>
          </a:xfrm>
          <a:prstGeom prst="rect">
            <a:avLst/>
          </a:prstGeom>
          <a:noFill/>
          <a:ln>
            <a:noFill/>
          </a:ln>
        </p:spPr>
      </p:pic>
      <p:pic>
        <p:nvPicPr>
          <p:cNvPr id="494" name="Google Shape;494;p28"/>
          <p:cNvPicPr preferRelativeResize="0"/>
          <p:nvPr/>
        </p:nvPicPr>
        <p:blipFill rotWithShape="1">
          <a:blip r:embed="rId15">
            <a:alphaModFix/>
          </a:blip>
          <a:srcRect b="0" l="0" r="0" t="0"/>
          <a:stretch/>
        </p:blipFill>
        <p:spPr>
          <a:xfrm>
            <a:off x="13047598" y="6434792"/>
            <a:ext cx="4648696" cy="3152661"/>
          </a:xfrm>
          <a:prstGeom prst="rect">
            <a:avLst/>
          </a:prstGeom>
          <a:noFill/>
          <a:ln>
            <a:noFill/>
          </a:ln>
        </p:spPr>
      </p:pic>
      <p:pic>
        <p:nvPicPr>
          <p:cNvPr id="495" name="Google Shape;495;p28"/>
          <p:cNvPicPr preferRelativeResize="0"/>
          <p:nvPr/>
        </p:nvPicPr>
        <p:blipFill rotWithShape="1">
          <a:blip r:embed="rId16">
            <a:alphaModFix/>
          </a:blip>
          <a:srcRect b="0" l="0" r="0" t="0"/>
          <a:stretch/>
        </p:blipFill>
        <p:spPr>
          <a:xfrm rot="5400000">
            <a:off x="15446194" y="1375109"/>
            <a:ext cx="2925662" cy="1574538"/>
          </a:xfrm>
          <a:prstGeom prst="rect">
            <a:avLst/>
          </a:prstGeom>
          <a:noFill/>
          <a:ln>
            <a:noFill/>
          </a:ln>
        </p:spPr>
      </p:pic>
      <p:pic>
        <p:nvPicPr>
          <p:cNvPr id="496" name="Google Shape;496;p28"/>
          <p:cNvPicPr preferRelativeResize="0"/>
          <p:nvPr/>
        </p:nvPicPr>
        <p:blipFill rotWithShape="1">
          <a:blip r:embed="rId17">
            <a:alphaModFix/>
          </a:blip>
          <a:srcRect b="0" l="0" r="0" t="0"/>
          <a:stretch/>
        </p:blipFill>
        <p:spPr>
          <a:xfrm>
            <a:off x="16121756" y="3956104"/>
            <a:ext cx="1574538" cy="2340530"/>
          </a:xfrm>
          <a:prstGeom prst="rect">
            <a:avLst/>
          </a:prstGeom>
          <a:noFill/>
          <a:ln>
            <a:noFill/>
          </a:ln>
        </p:spPr>
      </p:pic>
      <p:grpSp>
        <p:nvGrpSpPr>
          <p:cNvPr id="497" name="Google Shape;497;p28"/>
          <p:cNvGrpSpPr/>
          <p:nvPr/>
        </p:nvGrpSpPr>
        <p:grpSpPr>
          <a:xfrm>
            <a:off x="591706" y="2783442"/>
            <a:ext cx="5678563" cy="4720117"/>
            <a:chOff x="0" y="0"/>
            <a:chExt cx="7571417" cy="6293489"/>
          </a:xfrm>
        </p:grpSpPr>
        <p:sp>
          <p:nvSpPr>
            <p:cNvPr id="498" name="Google Shape;498;p28"/>
            <p:cNvSpPr txBox="1"/>
            <p:nvPr/>
          </p:nvSpPr>
          <p:spPr>
            <a:xfrm>
              <a:off x="0" y="0"/>
              <a:ext cx="7571417" cy="3962400"/>
            </a:xfrm>
            <a:prstGeom prst="rect">
              <a:avLst/>
            </a:prstGeom>
            <a:noFill/>
            <a:ln>
              <a:noFill/>
            </a:ln>
          </p:spPr>
          <p:txBody>
            <a:bodyPr anchorCtr="0" anchor="t" bIns="0" lIns="0" spcFirstLastPara="1" rIns="0" wrap="square" tIns="0">
              <a:spAutoFit/>
            </a:bodyPr>
            <a:lstStyle/>
            <a:p>
              <a:pPr indent="0" lvl="0" marL="0" marR="0" rtl="0" algn="ctr">
                <a:lnSpc>
                  <a:spcPct val="120018"/>
                </a:lnSpc>
                <a:spcBef>
                  <a:spcPts val="0"/>
                </a:spcBef>
                <a:spcAft>
                  <a:spcPts val="0"/>
                </a:spcAft>
                <a:buNone/>
              </a:pPr>
              <a:r>
                <a:rPr b="1" i="0" lang="en-US" sz="6520" u="none" cap="none" strike="noStrike">
                  <a:solidFill>
                    <a:srgbClr val="FFFFFF"/>
                  </a:solidFill>
                  <a:latin typeface="Poppins"/>
                  <a:ea typeface="Poppins"/>
                  <a:cs typeface="Poppins"/>
                  <a:sym typeface="Poppins"/>
                </a:rPr>
                <a:t>STUDENT RESOURCE PAGE</a:t>
              </a:r>
              <a:endParaRPr/>
            </a:p>
          </p:txBody>
        </p:sp>
        <p:sp>
          <p:nvSpPr>
            <p:cNvPr id="499" name="Google Shape;499;p28"/>
            <p:cNvSpPr txBox="1"/>
            <p:nvPr/>
          </p:nvSpPr>
          <p:spPr>
            <a:xfrm>
              <a:off x="0" y="4631890"/>
              <a:ext cx="7571417" cy="1661599"/>
            </a:xfrm>
            <a:prstGeom prst="rect">
              <a:avLst/>
            </a:prstGeom>
            <a:noFill/>
            <a:ln>
              <a:noFill/>
            </a:ln>
          </p:spPr>
          <p:txBody>
            <a:bodyPr anchorCtr="0" anchor="t" bIns="0" lIns="0" spcFirstLastPara="1" rIns="0" wrap="square" tIns="0">
              <a:spAutoFit/>
            </a:bodyPr>
            <a:lstStyle/>
            <a:p>
              <a:pPr indent="0" lvl="0" marL="0" marR="0" rtl="0" algn="ctr">
                <a:lnSpc>
                  <a:spcPct val="130027"/>
                </a:lnSpc>
                <a:spcBef>
                  <a:spcPts val="0"/>
                </a:spcBef>
                <a:spcAft>
                  <a:spcPts val="0"/>
                </a:spcAft>
                <a:buNone/>
              </a:pPr>
              <a:r>
                <a:rPr b="0" i="0" lang="en-US" sz="2561" u="none" cap="none" strike="noStrike">
                  <a:solidFill>
                    <a:srgbClr val="EAE4E4"/>
                  </a:solidFill>
                  <a:latin typeface="Arial"/>
                  <a:ea typeface="Arial"/>
                  <a:cs typeface="Arial"/>
                  <a:sym typeface="Arial"/>
                </a:rPr>
                <a:t>Use these icons and illustrations</a:t>
              </a:r>
              <a:endParaRPr/>
            </a:p>
            <a:p>
              <a:pPr indent="0" lvl="0" marL="0" marR="0" rtl="0" algn="ctr">
                <a:lnSpc>
                  <a:spcPct val="130027"/>
                </a:lnSpc>
                <a:spcBef>
                  <a:spcPts val="0"/>
                </a:spcBef>
                <a:spcAft>
                  <a:spcPts val="0"/>
                </a:spcAft>
                <a:buNone/>
              </a:pPr>
              <a:r>
                <a:rPr b="0" i="0" lang="en-US" sz="2561" u="none" cap="none" strike="noStrike">
                  <a:solidFill>
                    <a:srgbClr val="EAE4E4"/>
                  </a:solidFill>
                  <a:latin typeface="Arial"/>
                  <a:ea typeface="Arial"/>
                  <a:cs typeface="Arial"/>
                  <a:sym typeface="Arial"/>
                </a:rPr>
                <a:t>in your Canva Presentation.</a:t>
              </a:r>
              <a:endParaRPr/>
            </a:p>
            <a:p>
              <a:pPr indent="0" lvl="0" marL="0" marR="0" rtl="0" algn="ctr">
                <a:lnSpc>
                  <a:spcPct val="130027"/>
                </a:lnSpc>
                <a:spcBef>
                  <a:spcPts val="0"/>
                </a:spcBef>
                <a:spcAft>
                  <a:spcPts val="0"/>
                </a:spcAft>
                <a:buNone/>
              </a:pPr>
              <a:r>
                <a:rPr b="0" i="0" lang="en-US" sz="2561" u="none" cap="none" strike="noStrike">
                  <a:solidFill>
                    <a:srgbClr val="EAE4E4"/>
                  </a:solidFill>
                  <a:latin typeface="Arial"/>
                  <a:ea typeface="Arial"/>
                  <a:cs typeface="Arial"/>
                  <a:sym typeface="Arial"/>
                </a:rPr>
                <a:t>Happy designing!</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